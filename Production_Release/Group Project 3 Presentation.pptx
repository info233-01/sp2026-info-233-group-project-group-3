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8882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orient="horz" pos="384">
          <p15:clr>
            <a:srgbClr val="A4A3A4"/>
          </p15:clr>
        </p15:guide>
        <p15:guide id="3" orient="horz" pos="3792">
          <p15:clr>
            <a:srgbClr val="A4A3A4"/>
          </p15:clr>
        </p15:guide>
        <p15:guide id="4" pos="959">
          <p15:clr>
            <a:srgbClr val="A4A3A4"/>
          </p15:clr>
        </p15:guide>
        <p15:guide id="5" pos="6719">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 orient="horz"/>
        <p:guide pos="3792" orient="horz"/>
        <p:guide pos="959"/>
        <p:guide pos="6719"/>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aa491ed09_0_8: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daa491ed09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3daa491ed09_0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sp>
        <p:nvSpPr>
          <p:cNvPr id="24" name="Google Shape;24;p2"/>
          <p:cNvSpPr/>
          <p:nvPr/>
        </p:nvSpPr>
        <p:spPr>
          <a:xfrm>
            <a:off x="1141413" y="1600200"/>
            <a:ext cx="11047412" cy="3276600"/>
          </a:xfrm>
          <a:prstGeom prst="rect">
            <a:avLst/>
          </a:prstGeom>
          <a:solidFill>
            <a:srgbClr val="345D7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25" name="Google Shape;25;p2"/>
          <p:cNvGrpSpPr/>
          <p:nvPr/>
        </p:nvGrpSpPr>
        <p:grpSpPr>
          <a:xfrm>
            <a:off x="1279" y="0"/>
            <a:ext cx="12188952" cy="429768"/>
            <a:chOff x="1279" y="0"/>
            <a:chExt cx="12188952" cy="429768"/>
          </a:xfrm>
        </p:grpSpPr>
        <p:sp>
          <p:nvSpPr>
            <p:cNvPr id="26" name="Google Shape;26;p2"/>
            <p:cNvSpPr/>
            <p:nvPr/>
          </p:nvSpPr>
          <p:spPr>
            <a:xfrm>
              <a:off x="1279" y="0"/>
              <a:ext cx="12188952" cy="2286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 name="Google Shape;27;p2"/>
            <p:cNvSpPr/>
            <p:nvPr/>
          </p:nvSpPr>
          <p:spPr>
            <a:xfrm>
              <a:off x="1279" y="228600"/>
              <a:ext cx="12188952" cy="20116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 name="Google Shape;28;p2"/>
            <p:cNvSpPr/>
            <p:nvPr/>
          </p:nvSpPr>
          <p:spPr>
            <a:xfrm>
              <a:off x="1279" y="306324"/>
              <a:ext cx="12188952" cy="4572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grpSp>
        <p:nvGrpSpPr>
          <p:cNvPr id="29" name="Google Shape;29;p2"/>
          <p:cNvGrpSpPr/>
          <p:nvPr/>
        </p:nvGrpSpPr>
        <p:grpSpPr>
          <a:xfrm>
            <a:off x="0" y="6080760"/>
            <a:ext cx="12190231" cy="777240"/>
            <a:chOff x="0" y="6080760"/>
            <a:chExt cx="12190231" cy="777240"/>
          </a:xfrm>
        </p:grpSpPr>
        <p:sp>
          <p:nvSpPr>
            <p:cNvPr id="30" name="Google Shape;30;p2"/>
            <p:cNvSpPr/>
            <p:nvPr/>
          </p:nvSpPr>
          <p:spPr>
            <a:xfrm>
              <a:off x="0" y="6217920"/>
              <a:ext cx="12188825" cy="640080"/>
            </a:xfrm>
            <a:prstGeom prst="rect">
              <a:avLst/>
            </a:prstGeom>
            <a:blipFill rotWithShape="1">
              <a:blip r:embed="rId2">
                <a:alphaModFix/>
              </a:blip>
              <a:tile algn="ctr"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 name="Google Shape;31;p2"/>
            <p:cNvSpPr/>
            <p:nvPr/>
          </p:nvSpPr>
          <p:spPr>
            <a:xfrm>
              <a:off x="1279" y="6080760"/>
              <a:ext cx="12188952" cy="972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 name="Google Shape;32;p2"/>
            <p:cNvSpPr/>
            <p:nvPr/>
          </p:nvSpPr>
          <p:spPr>
            <a:xfrm>
              <a:off x="1279" y="6172200"/>
              <a:ext cx="12188952" cy="274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33" name="Google Shape;33;p2"/>
          <p:cNvSpPr txBox="1"/>
          <p:nvPr>
            <p:ph type="ctrTitle"/>
          </p:nvPr>
        </p:nvSpPr>
        <p:spPr>
          <a:xfrm>
            <a:off x="1522414" y="1905000"/>
            <a:ext cx="9143998" cy="2667000"/>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lt1"/>
              </a:buClr>
              <a:buSzPts val="6600"/>
              <a:buFont typeface="Calibri"/>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
          <p:cNvSpPr txBox="1"/>
          <p:nvPr>
            <p:ph idx="1" type="subTitle"/>
          </p:nvPr>
        </p:nvSpPr>
        <p:spPr>
          <a:xfrm>
            <a:off x="1522413" y="5029200"/>
            <a:ext cx="8229598" cy="838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920"/>
              <a:buNone/>
              <a:defRPr>
                <a:solidFill>
                  <a:schemeClr val="dk1"/>
                </a:solidFill>
              </a:defRPr>
            </a:lvl1pPr>
            <a:lvl2pPr lvl="1" algn="ctr">
              <a:lnSpc>
                <a:spcPct val="90000"/>
              </a:lnSpc>
              <a:spcBef>
                <a:spcPts val="1000"/>
              </a:spcBef>
              <a:spcAft>
                <a:spcPts val="0"/>
              </a:spcAft>
              <a:buSzPts val="2000"/>
              <a:buNone/>
              <a:defRPr>
                <a:solidFill>
                  <a:srgbClr val="888888"/>
                </a:solidFill>
              </a:defRPr>
            </a:lvl2pPr>
            <a:lvl3pPr lvl="2" algn="ctr">
              <a:lnSpc>
                <a:spcPct val="90000"/>
              </a:lnSpc>
              <a:spcBef>
                <a:spcPts val="800"/>
              </a:spcBef>
              <a:spcAft>
                <a:spcPts val="0"/>
              </a:spcAft>
              <a:buSzPts val="1440"/>
              <a:buNone/>
              <a:defRPr>
                <a:solidFill>
                  <a:srgbClr val="888888"/>
                </a:solidFill>
              </a:defRPr>
            </a:lvl3pPr>
            <a:lvl4pPr lvl="3" algn="ctr">
              <a:lnSpc>
                <a:spcPct val="90000"/>
              </a:lnSpc>
              <a:spcBef>
                <a:spcPts val="800"/>
              </a:spcBef>
              <a:spcAft>
                <a:spcPts val="0"/>
              </a:spcAft>
              <a:buSzPts val="1600"/>
              <a:buNone/>
              <a:defRPr>
                <a:solidFill>
                  <a:srgbClr val="888888"/>
                </a:solidFill>
              </a:defRPr>
            </a:lvl4pPr>
            <a:lvl5pPr lvl="4" algn="ctr">
              <a:lnSpc>
                <a:spcPct val="90000"/>
              </a:lnSpc>
              <a:spcBef>
                <a:spcPts val="800"/>
              </a:spcBef>
              <a:spcAft>
                <a:spcPts val="0"/>
              </a:spcAft>
              <a:buSzPts val="1280"/>
              <a:buNone/>
              <a:defRPr>
                <a:solidFill>
                  <a:srgbClr val="888888"/>
                </a:solidFill>
              </a:defRPr>
            </a:lvl5pPr>
            <a:lvl6pPr lvl="5" algn="ctr">
              <a:lnSpc>
                <a:spcPct val="90000"/>
              </a:lnSpc>
              <a:spcBef>
                <a:spcPts val="800"/>
              </a:spcBef>
              <a:spcAft>
                <a:spcPts val="0"/>
              </a:spcAft>
              <a:buSzPts val="1600"/>
              <a:buNone/>
              <a:defRPr>
                <a:solidFill>
                  <a:srgbClr val="888888"/>
                </a:solidFill>
              </a:defRPr>
            </a:lvl6pPr>
            <a:lvl7pPr lvl="6" algn="ctr">
              <a:lnSpc>
                <a:spcPct val="90000"/>
              </a:lnSpc>
              <a:spcBef>
                <a:spcPts val="800"/>
              </a:spcBef>
              <a:spcAft>
                <a:spcPts val="0"/>
              </a:spcAft>
              <a:buSzPts val="1280"/>
              <a:buNone/>
              <a:defRPr>
                <a:solidFill>
                  <a:srgbClr val="888888"/>
                </a:solidFill>
              </a:defRPr>
            </a:lvl7pPr>
            <a:lvl8pPr lvl="7" algn="ctr">
              <a:lnSpc>
                <a:spcPct val="90000"/>
              </a:lnSpc>
              <a:spcBef>
                <a:spcPts val="800"/>
              </a:spcBef>
              <a:spcAft>
                <a:spcPts val="0"/>
              </a:spcAft>
              <a:buSzPts val="1600"/>
              <a:buNone/>
              <a:defRPr>
                <a:solidFill>
                  <a:srgbClr val="888888"/>
                </a:solidFill>
              </a:defRPr>
            </a:lvl8pPr>
            <a:lvl9pPr lvl="8" algn="ctr">
              <a:lnSpc>
                <a:spcPct val="90000"/>
              </a:lnSpc>
              <a:spcBef>
                <a:spcPts val="800"/>
              </a:spcBef>
              <a:spcAft>
                <a:spcPts val="0"/>
              </a:spcAft>
              <a:buSzPts val="1280"/>
              <a:buNone/>
              <a:defRPr>
                <a:solidFill>
                  <a:srgbClr val="888888"/>
                </a:solidFill>
              </a:defRPr>
            </a:lvl9pPr>
          </a:lstStyle>
          <a:p/>
        </p:txBody>
      </p:sp>
      <p:sp>
        <p:nvSpPr>
          <p:cNvPr id="35" name="Google Shape;35;p2"/>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8" name="Shape 38"/>
        <p:cNvGrpSpPr/>
        <p:nvPr/>
      </p:nvGrpSpPr>
      <p:grpSpPr>
        <a:xfrm>
          <a:off x="0" y="0"/>
          <a:ext cx="0" cy="0"/>
          <a:chOff x="0" y="0"/>
          <a:chExt cx="0" cy="0"/>
        </a:xfrm>
      </p:grpSpPr>
      <p:sp>
        <p:nvSpPr>
          <p:cNvPr id="39" name="Google Shape;39;p3"/>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
          <p:cNvSpPr txBox="1"/>
          <p:nvPr>
            <p:ph idx="1" type="body"/>
          </p:nvPr>
        </p:nvSpPr>
        <p:spPr>
          <a:xfrm>
            <a:off x="1522876" y="1905000"/>
            <a:ext cx="9143538" cy="3697465"/>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800"/>
              </a:spcBef>
              <a:spcAft>
                <a:spcPts val="0"/>
              </a:spcAft>
              <a:buSzPts val="1440"/>
              <a:buChar char="▪"/>
              <a:defRPr/>
            </a:lvl1pPr>
            <a:lvl2pPr indent="-342900" lvl="1" marL="914400" algn="l">
              <a:lnSpc>
                <a:spcPct val="90000"/>
              </a:lnSpc>
              <a:spcBef>
                <a:spcPts val="1000"/>
              </a:spcBef>
              <a:spcAft>
                <a:spcPts val="0"/>
              </a:spcAft>
              <a:buSzPts val="1800"/>
              <a:buChar char="–"/>
              <a:defRPr/>
            </a:lvl2pPr>
            <a:lvl3pPr indent="-320040" lvl="2" marL="1371600" algn="l">
              <a:lnSpc>
                <a:spcPct val="90000"/>
              </a:lnSpc>
              <a:spcBef>
                <a:spcPts val="800"/>
              </a:spcBef>
              <a:spcAft>
                <a:spcPts val="0"/>
              </a:spcAft>
              <a:buSzPts val="1440"/>
              <a:buChar char="▪"/>
              <a:defRPr/>
            </a:lvl3pPr>
            <a:lvl4pPr indent="-342900" lvl="3" marL="1828800" algn="l">
              <a:lnSpc>
                <a:spcPct val="90000"/>
              </a:lnSpc>
              <a:spcBef>
                <a:spcPts val="800"/>
              </a:spcBef>
              <a:spcAft>
                <a:spcPts val="0"/>
              </a:spcAft>
              <a:buSzPts val="1800"/>
              <a:buChar char="–"/>
              <a:defRPr/>
            </a:lvl4pPr>
            <a:lvl5pPr indent="-320040" lvl="4" marL="2286000" algn="l">
              <a:lnSpc>
                <a:spcPct val="90000"/>
              </a:lnSpc>
              <a:spcBef>
                <a:spcPts val="800"/>
              </a:spcBef>
              <a:spcAft>
                <a:spcPts val="0"/>
              </a:spcAft>
              <a:buSzPts val="1440"/>
              <a:buChar char="▪"/>
              <a:defRPr/>
            </a:lvl5pPr>
            <a:lvl6pPr indent="-342900" lvl="5" marL="2743200" algn="l">
              <a:lnSpc>
                <a:spcPct val="90000"/>
              </a:lnSpc>
              <a:spcBef>
                <a:spcPts val="800"/>
              </a:spcBef>
              <a:spcAft>
                <a:spcPts val="0"/>
              </a:spcAft>
              <a:buSzPts val="1800"/>
              <a:buChar char="–"/>
              <a:defRPr/>
            </a:lvl6pPr>
            <a:lvl7pPr indent="-320040" lvl="6" marL="3200400" algn="l">
              <a:lnSpc>
                <a:spcPct val="90000"/>
              </a:lnSpc>
              <a:spcBef>
                <a:spcPts val="800"/>
              </a:spcBef>
              <a:spcAft>
                <a:spcPts val="0"/>
              </a:spcAft>
              <a:buSzPts val="1440"/>
              <a:buChar char="▪"/>
              <a:defRPr/>
            </a:lvl7pPr>
            <a:lvl8pPr indent="-342900" lvl="7" marL="3657600" algn="l">
              <a:lnSpc>
                <a:spcPct val="90000"/>
              </a:lnSpc>
              <a:spcBef>
                <a:spcPts val="800"/>
              </a:spcBef>
              <a:spcAft>
                <a:spcPts val="0"/>
              </a:spcAft>
              <a:buSzPts val="1800"/>
              <a:buChar char="–"/>
              <a:defRPr/>
            </a:lvl8pPr>
            <a:lvl9pPr indent="-320040" lvl="8" marL="4114800" algn="l">
              <a:lnSpc>
                <a:spcPct val="90000"/>
              </a:lnSpc>
              <a:spcBef>
                <a:spcPts val="800"/>
              </a:spcBef>
              <a:spcAft>
                <a:spcPts val="0"/>
              </a:spcAft>
              <a:buSzPts val="1440"/>
              <a:buChar char="▪"/>
              <a:defRPr/>
            </a:lvl9pPr>
          </a:lstStyle>
          <a:p/>
        </p:txBody>
      </p:sp>
      <p:sp>
        <p:nvSpPr>
          <p:cNvPr id="41" name="Google Shape;41;p3"/>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4" name="Shape 44"/>
        <p:cNvGrpSpPr/>
        <p:nvPr/>
      </p:nvGrpSpPr>
      <p:grpSpPr>
        <a:xfrm>
          <a:off x="0" y="0"/>
          <a:ext cx="0" cy="0"/>
          <a:chOff x="0" y="0"/>
          <a:chExt cx="0" cy="0"/>
        </a:xfrm>
      </p:grpSpPr>
      <p:sp>
        <p:nvSpPr>
          <p:cNvPr id="45" name="Google Shape;45;p4"/>
          <p:cNvSpPr txBox="1"/>
          <p:nvPr>
            <p:ph type="title"/>
          </p:nvPr>
        </p:nvSpPr>
        <p:spPr>
          <a:xfrm>
            <a:off x="1522413" y="1905000"/>
            <a:ext cx="9144000" cy="2667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5400"/>
              <a:buFont typeface="Calibri"/>
              <a:buNone/>
              <a:defRPr b="0"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
          <p:cNvSpPr txBox="1"/>
          <p:nvPr>
            <p:ph idx="1" type="body"/>
          </p:nvPr>
        </p:nvSpPr>
        <p:spPr>
          <a:xfrm>
            <a:off x="1522413" y="4876800"/>
            <a:ext cx="8229598"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1920"/>
              <a:buNone/>
              <a:defRPr sz="2400">
                <a:solidFill>
                  <a:schemeClr val="dk1"/>
                </a:solidFill>
              </a:defRPr>
            </a:lvl1pPr>
            <a:lvl2pPr indent="-228600" lvl="1" marL="914400" algn="l">
              <a:lnSpc>
                <a:spcPct val="90000"/>
              </a:lnSpc>
              <a:spcBef>
                <a:spcPts val="1000"/>
              </a:spcBef>
              <a:spcAft>
                <a:spcPts val="0"/>
              </a:spcAft>
              <a:buSzPts val="1800"/>
              <a:buNone/>
              <a:defRPr sz="1800">
                <a:solidFill>
                  <a:srgbClr val="888888"/>
                </a:solidFill>
              </a:defRPr>
            </a:lvl2pPr>
            <a:lvl3pPr indent="-228600" lvl="2" marL="1371600" algn="l">
              <a:lnSpc>
                <a:spcPct val="90000"/>
              </a:lnSpc>
              <a:spcBef>
                <a:spcPts val="800"/>
              </a:spcBef>
              <a:spcAft>
                <a:spcPts val="0"/>
              </a:spcAft>
              <a:buSzPts val="1280"/>
              <a:buNone/>
              <a:defRPr sz="1600">
                <a:solidFill>
                  <a:srgbClr val="888888"/>
                </a:solidFill>
              </a:defRPr>
            </a:lvl3pPr>
            <a:lvl4pPr indent="-228600" lvl="3" marL="1828800" algn="l">
              <a:lnSpc>
                <a:spcPct val="90000"/>
              </a:lnSpc>
              <a:spcBef>
                <a:spcPts val="800"/>
              </a:spcBef>
              <a:spcAft>
                <a:spcPts val="0"/>
              </a:spcAft>
              <a:buSzPts val="1400"/>
              <a:buNone/>
              <a:defRPr sz="1400">
                <a:solidFill>
                  <a:srgbClr val="888888"/>
                </a:solidFill>
              </a:defRPr>
            </a:lvl4pPr>
            <a:lvl5pPr indent="-228600" lvl="4" marL="2286000" algn="l">
              <a:lnSpc>
                <a:spcPct val="90000"/>
              </a:lnSpc>
              <a:spcBef>
                <a:spcPts val="800"/>
              </a:spcBef>
              <a:spcAft>
                <a:spcPts val="0"/>
              </a:spcAft>
              <a:buSzPts val="1120"/>
              <a:buNone/>
              <a:defRPr sz="1400">
                <a:solidFill>
                  <a:srgbClr val="888888"/>
                </a:solidFill>
              </a:defRPr>
            </a:lvl5pPr>
            <a:lvl6pPr indent="-228600" lvl="5" marL="2743200" algn="l">
              <a:lnSpc>
                <a:spcPct val="90000"/>
              </a:lnSpc>
              <a:spcBef>
                <a:spcPts val="800"/>
              </a:spcBef>
              <a:spcAft>
                <a:spcPts val="0"/>
              </a:spcAft>
              <a:buSzPts val="1400"/>
              <a:buNone/>
              <a:defRPr sz="1400">
                <a:solidFill>
                  <a:srgbClr val="888888"/>
                </a:solidFill>
              </a:defRPr>
            </a:lvl6pPr>
            <a:lvl7pPr indent="-228600" lvl="6" marL="3200400" algn="l">
              <a:lnSpc>
                <a:spcPct val="90000"/>
              </a:lnSpc>
              <a:spcBef>
                <a:spcPts val="800"/>
              </a:spcBef>
              <a:spcAft>
                <a:spcPts val="0"/>
              </a:spcAft>
              <a:buSzPts val="1120"/>
              <a:buNone/>
              <a:defRPr sz="1400">
                <a:solidFill>
                  <a:srgbClr val="888888"/>
                </a:solidFill>
              </a:defRPr>
            </a:lvl7pPr>
            <a:lvl8pPr indent="-228600" lvl="7" marL="3657600" algn="l">
              <a:lnSpc>
                <a:spcPct val="90000"/>
              </a:lnSpc>
              <a:spcBef>
                <a:spcPts val="800"/>
              </a:spcBef>
              <a:spcAft>
                <a:spcPts val="0"/>
              </a:spcAft>
              <a:buSzPts val="1400"/>
              <a:buNone/>
              <a:defRPr sz="1400">
                <a:solidFill>
                  <a:srgbClr val="888888"/>
                </a:solidFill>
              </a:defRPr>
            </a:lvl8pPr>
            <a:lvl9pPr indent="-228600" lvl="8" marL="4114800" algn="l">
              <a:lnSpc>
                <a:spcPct val="90000"/>
              </a:lnSpc>
              <a:spcBef>
                <a:spcPts val="800"/>
              </a:spcBef>
              <a:spcAft>
                <a:spcPts val="0"/>
              </a:spcAft>
              <a:buSzPts val="1120"/>
              <a:buNone/>
              <a:defRPr sz="1400">
                <a:solidFill>
                  <a:srgbClr val="888888"/>
                </a:solidFill>
              </a:defRPr>
            </a:lvl9pPr>
          </a:lstStyle>
          <a:p/>
        </p:txBody>
      </p:sp>
      <p:sp>
        <p:nvSpPr>
          <p:cNvPr id="47" name="Google Shape;47;p4"/>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dk1"/>
                </a:solidFill>
                <a:latin typeface="Calibri"/>
                <a:ea typeface="Calibri"/>
                <a:cs typeface="Calibri"/>
                <a:sym typeface="Calibri"/>
              </a:defRPr>
            </a:lvl1pPr>
            <a:lvl2pPr indent="0" lvl="1" marL="0" algn="r">
              <a:spcBef>
                <a:spcPts val="0"/>
              </a:spcBef>
              <a:buNone/>
              <a:defRPr b="0" i="0" sz="1100" u="none" cap="none" strike="noStrike">
                <a:solidFill>
                  <a:schemeClr val="dk1"/>
                </a:solidFill>
                <a:latin typeface="Calibri"/>
                <a:ea typeface="Calibri"/>
                <a:cs typeface="Calibri"/>
                <a:sym typeface="Calibri"/>
              </a:defRPr>
            </a:lvl2pPr>
            <a:lvl3pPr indent="0" lvl="2" marL="0" algn="r">
              <a:spcBef>
                <a:spcPts val="0"/>
              </a:spcBef>
              <a:buNone/>
              <a:defRPr b="0" i="0" sz="1100" u="none" cap="none" strike="noStrike">
                <a:solidFill>
                  <a:schemeClr val="dk1"/>
                </a:solidFill>
                <a:latin typeface="Calibri"/>
                <a:ea typeface="Calibri"/>
                <a:cs typeface="Calibri"/>
                <a:sym typeface="Calibri"/>
              </a:defRPr>
            </a:lvl3pPr>
            <a:lvl4pPr indent="0" lvl="3" marL="0" algn="r">
              <a:spcBef>
                <a:spcPts val="0"/>
              </a:spcBef>
              <a:buNone/>
              <a:defRPr b="0" i="0" sz="1100" u="none" cap="none" strike="noStrike">
                <a:solidFill>
                  <a:schemeClr val="dk1"/>
                </a:solidFill>
                <a:latin typeface="Calibri"/>
                <a:ea typeface="Calibri"/>
                <a:cs typeface="Calibri"/>
                <a:sym typeface="Calibri"/>
              </a:defRPr>
            </a:lvl4pPr>
            <a:lvl5pPr indent="0" lvl="4" marL="0" algn="r">
              <a:spcBef>
                <a:spcPts val="0"/>
              </a:spcBef>
              <a:buNone/>
              <a:defRPr b="0" i="0" sz="1100" u="none" cap="none" strike="noStrike">
                <a:solidFill>
                  <a:schemeClr val="dk1"/>
                </a:solidFill>
                <a:latin typeface="Calibri"/>
                <a:ea typeface="Calibri"/>
                <a:cs typeface="Calibri"/>
                <a:sym typeface="Calibri"/>
              </a:defRPr>
            </a:lvl5pPr>
            <a:lvl6pPr indent="0" lvl="5" marL="0" algn="r">
              <a:spcBef>
                <a:spcPts val="0"/>
              </a:spcBef>
              <a:buNone/>
              <a:defRPr b="0" i="0" sz="1100" u="none" cap="none" strike="noStrike">
                <a:solidFill>
                  <a:schemeClr val="dk1"/>
                </a:solidFill>
                <a:latin typeface="Calibri"/>
                <a:ea typeface="Calibri"/>
                <a:cs typeface="Calibri"/>
                <a:sym typeface="Calibri"/>
              </a:defRPr>
            </a:lvl6pPr>
            <a:lvl7pPr indent="0" lvl="6" marL="0" algn="r">
              <a:spcBef>
                <a:spcPts val="0"/>
              </a:spcBef>
              <a:buNone/>
              <a:defRPr b="0" i="0" sz="1100" u="none" cap="none" strike="noStrike">
                <a:solidFill>
                  <a:schemeClr val="dk1"/>
                </a:solidFill>
                <a:latin typeface="Calibri"/>
                <a:ea typeface="Calibri"/>
                <a:cs typeface="Calibri"/>
                <a:sym typeface="Calibri"/>
              </a:defRPr>
            </a:lvl7pPr>
            <a:lvl8pPr indent="0" lvl="7" marL="0" algn="r">
              <a:spcBef>
                <a:spcPts val="0"/>
              </a:spcBef>
              <a:buNone/>
              <a:defRPr b="0" i="0" sz="1100" u="none" cap="none" strike="noStrike">
                <a:solidFill>
                  <a:schemeClr val="dk1"/>
                </a:solidFill>
                <a:latin typeface="Calibri"/>
                <a:ea typeface="Calibri"/>
                <a:cs typeface="Calibri"/>
                <a:sym typeface="Calibri"/>
              </a:defRPr>
            </a:lvl8pPr>
            <a:lvl9pPr indent="0" lvl="8" marL="0" algn="r">
              <a:spcBef>
                <a:spcPts val="0"/>
              </a:spcBef>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5"/>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5"/>
          <p:cNvSpPr txBox="1"/>
          <p:nvPr>
            <p:ph idx="1" type="body"/>
          </p:nvPr>
        </p:nvSpPr>
        <p:spPr>
          <a:xfrm>
            <a:off x="1522413" y="1904999"/>
            <a:ext cx="4435564" cy="4088921"/>
          </a:xfrm>
          <a:prstGeom prst="rect">
            <a:avLst/>
          </a:prstGeom>
          <a:noFill/>
          <a:ln>
            <a:noFill/>
          </a:ln>
        </p:spPr>
        <p:txBody>
          <a:bodyPr anchorCtr="0" anchor="t" bIns="45700" lIns="91425" spcFirstLastPara="1" rIns="91425" wrap="square" tIns="45700">
            <a:normAutofit/>
          </a:bodyPr>
          <a:lstStyle>
            <a:lvl1pPr indent="-350520" lvl="0" marL="457200" algn="l">
              <a:lnSpc>
                <a:spcPct val="90000"/>
              </a:lnSpc>
              <a:spcBef>
                <a:spcPts val="1800"/>
              </a:spcBef>
              <a:spcAft>
                <a:spcPts val="0"/>
              </a:spcAft>
              <a:buSzPts val="1920"/>
              <a:buChar char="▪"/>
              <a:defRPr sz="2400"/>
            </a:lvl1pPr>
            <a:lvl2pPr indent="-355600" lvl="1" marL="914400" algn="l">
              <a:lnSpc>
                <a:spcPct val="90000"/>
              </a:lnSpc>
              <a:spcBef>
                <a:spcPts val="1000"/>
              </a:spcBef>
              <a:spcAft>
                <a:spcPts val="0"/>
              </a:spcAft>
              <a:buSzPts val="2000"/>
              <a:buChar char="–"/>
              <a:defRPr sz="2000"/>
            </a:lvl2pPr>
            <a:lvl3pPr indent="-320040" lvl="2" marL="1371600" algn="l">
              <a:lnSpc>
                <a:spcPct val="90000"/>
              </a:lnSpc>
              <a:spcBef>
                <a:spcPts val="800"/>
              </a:spcBef>
              <a:spcAft>
                <a:spcPts val="0"/>
              </a:spcAft>
              <a:buSzPts val="1440"/>
              <a:buChar char="▪"/>
              <a:defRPr sz="1800"/>
            </a:lvl3pPr>
            <a:lvl4pPr indent="-330200" lvl="3" marL="1828800" algn="l">
              <a:lnSpc>
                <a:spcPct val="90000"/>
              </a:lnSpc>
              <a:spcBef>
                <a:spcPts val="800"/>
              </a:spcBef>
              <a:spcAft>
                <a:spcPts val="0"/>
              </a:spcAft>
              <a:buSzPts val="1600"/>
              <a:buChar char="–"/>
              <a:defRPr sz="1600"/>
            </a:lvl4pPr>
            <a:lvl5pPr indent="-309880" lvl="4" marL="2286000" algn="l">
              <a:lnSpc>
                <a:spcPct val="90000"/>
              </a:lnSpc>
              <a:spcBef>
                <a:spcPts val="800"/>
              </a:spcBef>
              <a:spcAft>
                <a:spcPts val="0"/>
              </a:spcAft>
              <a:buSzPts val="1280"/>
              <a:buChar char="▪"/>
              <a:defRPr sz="1600"/>
            </a:lvl5pPr>
            <a:lvl6pPr indent="-330200" lvl="5" marL="2743200" algn="l">
              <a:lnSpc>
                <a:spcPct val="90000"/>
              </a:lnSpc>
              <a:spcBef>
                <a:spcPts val="800"/>
              </a:spcBef>
              <a:spcAft>
                <a:spcPts val="0"/>
              </a:spcAft>
              <a:buSzPts val="1600"/>
              <a:buChar char="–"/>
              <a:defRPr sz="1600"/>
            </a:lvl6pPr>
            <a:lvl7pPr indent="-309880" lvl="6" marL="3200400" algn="l">
              <a:lnSpc>
                <a:spcPct val="90000"/>
              </a:lnSpc>
              <a:spcBef>
                <a:spcPts val="800"/>
              </a:spcBef>
              <a:spcAft>
                <a:spcPts val="0"/>
              </a:spcAft>
              <a:buSzPts val="1280"/>
              <a:buChar char="▪"/>
              <a:defRPr sz="1600"/>
            </a:lvl7pPr>
            <a:lvl8pPr indent="-330200" lvl="7" marL="3657600" algn="l">
              <a:lnSpc>
                <a:spcPct val="90000"/>
              </a:lnSpc>
              <a:spcBef>
                <a:spcPts val="800"/>
              </a:spcBef>
              <a:spcAft>
                <a:spcPts val="0"/>
              </a:spcAft>
              <a:buSzPts val="1600"/>
              <a:buChar char="–"/>
              <a:defRPr sz="1600"/>
            </a:lvl8pPr>
            <a:lvl9pPr indent="-309880" lvl="8" marL="4114800" algn="l">
              <a:lnSpc>
                <a:spcPct val="90000"/>
              </a:lnSpc>
              <a:spcBef>
                <a:spcPts val="800"/>
              </a:spcBef>
              <a:spcAft>
                <a:spcPts val="0"/>
              </a:spcAft>
              <a:buSzPts val="1280"/>
              <a:buChar char="▪"/>
              <a:defRPr sz="1600"/>
            </a:lvl9pPr>
          </a:lstStyle>
          <a:p/>
        </p:txBody>
      </p:sp>
      <p:sp>
        <p:nvSpPr>
          <p:cNvPr id="53" name="Google Shape;53;p5"/>
          <p:cNvSpPr txBox="1"/>
          <p:nvPr>
            <p:ph idx="2" type="body"/>
          </p:nvPr>
        </p:nvSpPr>
        <p:spPr>
          <a:xfrm>
            <a:off x="6230849" y="1904999"/>
            <a:ext cx="4435564" cy="4088921"/>
          </a:xfrm>
          <a:prstGeom prst="rect">
            <a:avLst/>
          </a:prstGeom>
          <a:noFill/>
          <a:ln>
            <a:noFill/>
          </a:ln>
        </p:spPr>
        <p:txBody>
          <a:bodyPr anchorCtr="0" anchor="t" bIns="45700" lIns="91425" spcFirstLastPara="1" rIns="91425" wrap="square" tIns="45700">
            <a:normAutofit/>
          </a:bodyPr>
          <a:lstStyle>
            <a:lvl1pPr indent="-350520" lvl="0" marL="457200" algn="l">
              <a:lnSpc>
                <a:spcPct val="90000"/>
              </a:lnSpc>
              <a:spcBef>
                <a:spcPts val="1800"/>
              </a:spcBef>
              <a:spcAft>
                <a:spcPts val="0"/>
              </a:spcAft>
              <a:buSzPts val="1920"/>
              <a:buChar char="▪"/>
              <a:defRPr sz="2400"/>
            </a:lvl1pPr>
            <a:lvl2pPr indent="-355600" lvl="1" marL="914400" algn="l">
              <a:lnSpc>
                <a:spcPct val="90000"/>
              </a:lnSpc>
              <a:spcBef>
                <a:spcPts val="1000"/>
              </a:spcBef>
              <a:spcAft>
                <a:spcPts val="0"/>
              </a:spcAft>
              <a:buSzPts val="2000"/>
              <a:buChar char="–"/>
              <a:defRPr sz="2000"/>
            </a:lvl2pPr>
            <a:lvl3pPr indent="-320040" lvl="2" marL="1371600" algn="l">
              <a:lnSpc>
                <a:spcPct val="90000"/>
              </a:lnSpc>
              <a:spcBef>
                <a:spcPts val="800"/>
              </a:spcBef>
              <a:spcAft>
                <a:spcPts val="0"/>
              </a:spcAft>
              <a:buSzPts val="1440"/>
              <a:buChar char="▪"/>
              <a:defRPr sz="1800"/>
            </a:lvl3pPr>
            <a:lvl4pPr indent="-330200" lvl="3" marL="1828800" algn="l">
              <a:lnSpc>
                <a:spcPct val="90000"/>
              </a:lnSpc>
              <a:spcBef>
                <a:spcPts val="800"/>
              </a:spcBef>
              <a:spcAft>
                <a:spcPts val="0"/>
              </a:spcAft>
              <a:buSzPts val="1600"/>
              <a:buChar char="–"/>
              <a:defRPr sz="1600"/>
            </a:lvl4pPr>
            <a:lvl5pPr indent="-309880" lvl="4" marL="2286000" algn="l">
              <a:lnSpc>
                <a:spcPct val="90000"/>
              </a:lnSpc>
              <a:spcBef>
                <a:spcPts val="800"/>
              </a:spcBef>
              <a:spcAft>
                <a:spcPts val="0"/>
              </a:spcAft>
              <a:buSzPts val="1280"/>
              <a:buChar char="▪"/>
              <a:defRPr sz="1600"/>
            </a:lvl5pPr>
            <a:lvl6pPr indent="-330200" lvl="5" marL="2743200" algn="l">
              <a:lnSpc>
                <a:spcPct val="90000"/>
              </a:lnSpc>
              <a:spcBef>
                <a:spcPts val="800"/>
              </a:spcBef>
              <a:spcAft>
                <a:spcPts val="0"/>
              </a:spcAft>
              <a:buSzPts val="1600"/>
              <a:buChar char="–"/>
              <a:defRPr sz="1600"/>
            </a:lvl6pPr>
            <a:lvl7pPr indent="-309880" lvl="6" marL="3200400" algn="l">
              <a:lnSpc>
                <a:spcPct val="90000"/>
              </a:lnSpc>
              <a:spcBef>
                <a:spcPts val="800"/>
              </a:spcBef>
              <a:spcAft>
                <a:spcPts val="0"/>
              </a:spcAft>
              <a:buSzPts val="1280"/>
              <a:buChar char="▪"/>
              <a:defRPr sz="1600"/>
            </a:lvl7pPr>
            <a:lvl8pPr indent="-330200" lvl="7" marL="3657600" algn="l">
              <a:lnSpc>
                <a:spcPct val="90000"/>
              </a:lnSpc>
              <a:spcBef>
                <a:spcPts val="800"/>
              </a:spcBef>
              <a:spcAft>
                <a:spcPts val="0"/>
              </a:spcAft>
              <a:buSzPts val="1600"/>
              <a:buChar char="–"/>
              <a:defRPr sz="1600"/>
            </a:lvl8pPr>
            <a:lvl9pPr indent="-309880" lvl="8" marL="4114800" algn="l">
              <a:lnSpc>
                <a:spcPct val="90000"/>
              </a:lnSpc>
              <a:spcBef>
                <a:spcPts val="800"/>
              </a:spcBef>
              <a:spcAft>
                <a:spcPts val="0"/>
              </a:spcAft>
              <a:buSzPts val="1280"/>
              <a:buChar char="▪"/>
              <a:defRPr sz="1600"/>
            </a:lvl9pPr>
          </a:lstStyle>
          <a:p/>
        </p:txBody>
      </p:sp>
      <p:sp>
        <p:nvSpPr>
          <p:cNvPr id="54" name="Google Shape;54;p5"/>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6"/>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32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6"/>
          <p:cNvSpPr txBox="1"/>
          <p:nvPr>
            <p:ph idx="1" type="body"/>
          </p:nvPr>
        </p:nvSpPr>
        <p:spPr>
          <a:xfrm>
            <a:off x="1522413" y="1828800"/>
            <a:ext cx="4419599" cy="68580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1600"/>
              <a:buNone/>
              <a:defRPr b="1" sz="2000"/>
            </a:lvl1pPr>
            <a:lvl2pPr indent="-228600" lvl="1" marL="914400" algn="l">
              <a:lnSpc>
                <a:spcPct val="90000"/>
              </a:lnSpc>
              <a:spcBef>
                <a:spcPts val="1000"/>
              </a:spcBef>
              <a:spcAft>
                <a:spcPts val="0"/>
              </a:spcAft>
              <a:buSzPts val="2000"/>
              <a:buNone/>
              <a:defRPr b="1" sz="2000"/>
            </a:lvl2pPr>
            <a:lvl3pPr indent="-228600" lvl="2" marL="1371600" algn="l">
              <a:lnSpc>
                <a:spcPct val="90000"/>
              </a:lnSpc>
              <a:spcBef>
                <a:spcPts val="800"/>
              </a:spcBef>
              <a:spcAft>
                <a:spcPts val="0"/>
              </a:spcAft>
              <a:buSzPts val="144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800"/>
              </a:spcBef>
              <a:spcAft>
                <a:spcPts val="0"/>
              </a:spcAft>
              <a:buSzPts val="1280"/>
              <a:buNone/>
              <a:defRPr b="1" sz="1600"/>
            </a:lvl5pPr>
            <a:lvl6pPr indent="-228600" lvl="5" marL="2743200" algn="l">
              <a:lnSpc>
                <a:spcPct val="90000"/>
              </a:lnSpc>
              <a:spcBef>
                <a:spcPts val="800"/>
              </a:spcBef>
              <a:spcAft>
                <a:spcPts val="0"/>
              </a:spcAft>
              <a:buSzPts val="1600"/>
              <a:buNone/>
              <a:defRPr b="1" sz="1600"/>
            </a:lvl6pPr>
            <a:lvl7pPr indent="-228600" lvl="6" marL="3200400" algn="l">
              <a:lnSpc>
                <a:spcPct val="90000"/>
              </a:lnSpc>
              <a:spcBef>
                <a:spcPts val="800"/>
              </a:spcBef>
              <a:spcAft>
                <a:spcPts val="0"/>
              </a:spcAft>
              <a:buSzPts val="1280"/>
              <a:buNone/>
              <a:defRPr b="1" sz="1600"/>
            </a:lvl7pPr>
            <a:lvl8pPr indent="-228600" lvl="7" marL="3657600" algn="l">
              <a:lnSpc>
                <a:spcPct val="90000"/>
              </a:lnSpc>
              <a:spcBef>
                <a:spcPts val="800"/>
              </a:spcBef>
              <a:spcAft>
                <a:spcPts val="0"/>
              </a:spcAft>
              <a:buSzPts val="1600"/>
              <a:buNone/>
              <a:defRPr b="1" sz="1600"/>
            </a:lvl8pPr>
            <a:lvl9pPr indent="-228600" lvl="8" marL="4114800" algn="l">
              <a:lnSpc>
                <a:spcPct val="90000"/>
              </a:lnSpc>
              <a:spcBef>
                <a:spcPts val="800"/>
              </a:spcBef>
              <a:spcAft>
                <a:spcPts val="0"/>
              </a:spcAft>
              <a:buSzPts val="1280"/>
              <a:buNone/>
              <a:defRPr b="1" sz="1600"/>
            </a:lvl9pPr>
          </a:lstStyle>
          <a:p/>
        </p:txBody>
      </p:sp>
      <p:sp>
        <p:nvSpPr>
          <p:cNvPr id="60" name="Google Shape;60;p6"/>
          <p:cNvSpPr txBox="1"/>
          <p:nvPr>
            <p:ph idx="2" type="body"/>
          </p:nvPr>
        </p:nvSpPr>
        <p:spPr>
          <a:xfrm>
            <a:off x="1522413" y="2590801"/>
            <a:ext cx="4419599" cy="3429000"/>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1800"/>
              </a:spcBef>
              <a:spcAft>
                <a:spcPts val="0"/>
              </a:spcAft>
              <a:buSzPts val="1600"/>
              <a:buChar char="▪"/>
              <a:defRPr sz="2000"/>
            </a:lvl1pPr>
            <a:lvl2pPr indent="-342900" lvl="1" marL="914400" algn="l">
              <a:lnSpc>
                <a:spcPct val="90000"/>
              </a:lnSpc>
              <a:spcBef>
                <a:spcPts val="1000"/>
              </a:spcBef>
              <a:spcAft>
                <a:spcPts val="0"/>
              </a:spcAft>
              <a:buSzPts val="1800"/>
              <a:buChar char="–"/>
              <a:defRPr sz="1800"/>
            </a:lvl2pPr>
            <a:lvl3pPr indent="-309880" lvl="2" marL="1371600" algn="l">
              <a:lnSpc>
                <a:spcPct val="90000"/>
              </a:lnSpc>
              <a:spcBef>
                <a:spcPts val="800"/>
              </a:spcBef>
              <a:spcAft>
                <a:spcPts val="0"/>
              </a:spcAft>
              <a:buSzPts val="1280"/>
              <a:buChar char="▪"/>
              <a:defRPr sz="1600"/>
            </a:lvl3pPr>
            <a:lvl4pPr indent="-317500" lvl="3" marL="1828800" algn="l">
              <a:lnSpc>
                <a:spcPct val="90000"/>
              </a:lnSpc>
              <a:spcBef>
                <a:spcPts val="800"/>
              </a:spcBef>
              <a:spcAft>
                <a:spcPts val="0"/>
              </a:spcAft>
              <a:buSzPts val="1400"/>
              <a:buChar char="–"/>
              <a:defRPr sz="1400"/>
            </a:lvl4pPr>
            <a:lvl5pPr indent="-299720" lvl="4" marL="2286000" algn="l">
              <a:lnSpc>
                <a:spcPct val="90000"/>
              </a:lnSpc>
              <a:spcBef>
                <a:spcPts val="800"/>
              </a:spcBef>
              <a:spcAft>
                <a:spcPts val="0"/>
              </a:spcAft>
              <a:buSzPts val="1120"/>
              <a:buChar char="▪"/>
              <a:defRPr sz="1400"/>
            </a:lvl5pPr>
            <a:lvl6pPr indent="-317500" lvl="5" marL="2743200" algn="l">
              <a:lnSpc>
                <a:spcPct val="90000"/>
              </a:lnSpc>
              <a:spcBef>
                <a:spcPts val="800"/>
              </a:spcBef>
              <a:spcAft>
                <a:spcPts val="0"/>
              </a:spcAft>
              <a:buSzPts val="1400"/>
              <a:buChar char="–"/>
              <a:defRPr sz="1400"/>
            </a:lvl6pPr>
            <a:lvl7pPr indent="-299720" lvl="6" marL="3200400" algn="l">
              <a:lnSpc>
                <a:spcPct val="90000"/>
              </a:lnSpc>
              <a:spcBef>
                <a:spcPts val="800"/>
              </a:spcBef>
              <a:spcAft>
                <a:spcPts val="0"/>
              </a:spcAft>
              <a:buSzPts val="1120"/>
              <a:buChar char="▪"/>
              <a:defRPr sz="1400"/>
            </a:lvl7pPr>
            <a:lvl8pPr indent="-317500" lvl="7" marL="3657600" algn="l">
              <a:lnSpc>
                <a:spcPct val="90000"/>
              </a:lnSpc>
              <a:spcBef>
                <a:spcPts val="800"/>
              </a:spcBef>
              <a:spcAft>
                <a:spcPts val="0"/>
              </a:spcAft>
              <a:buSzPts val="1400"/>
              <a:buChar char="–"/>
              <a:defRPr sz="1400"/>
            </a:lvl8pPr>
            <a:lvl9pPr indent="-299720" lvl="8" marL="4114800" algn="l">
              <a:lnSpc>
                <a:spcPct val="90000"/>
              </a:lnSpc>
              <a:spcBef>
                <a:spcPts val="800"/>
              </a:spcBef>
              <a:spcAft>
                <a:spcPts val="0"/>
              </a:spcAft>
              <a:buSzPts val="1120"/>
              <a:buChar char="▪"/>
              <a:defRPr sz="1400"/>
            </a:lvl9pPr>
          </a:lstStyle>
          <a:p/>
        </p:txBody>
      </p:sp>
      <p:sp>
        <p:nvSpPr>
          <p:cNvPr id="61" name="Google Shape;61;p6"/>
          <p:cNvSpPr txBox="1"/>
          <p:nvPr>
            <p:ph idx="3" type="body"/>
          </p:nvPr>
        </p:nvSpPr>
        <p:spPr>
          <a:xfrm>
            <a:off x="6246814" y="1828800"/>
            <a:ext cx="4419599" cy="68580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1600"/>
              <a:buNone/>
              <a:defRPr b="1" sz="2000"/>
            </a:lvl1pPr>
            <a:lvl2pPr indent="-228600" lvl="1" marL="914400" algn="l">
              <a:lnSpc>
                <a:spcPct val="90000"/>
              </a:lnSpc>
              <a:spcBef>
                <a:spcPts val="1000"/>
              </a:spcBef>
              <a:spcAft>
                <a:spcPts val="0"/>
              </a:spcAft>
              <a:buSzPts val="2000"/>
              <a:buNone/>
              <a:defRPr b="1" sz="2000"/>
            </a:lvl2pPr>
            <a:lvl3pPr indent="-228600" lvl="2" marL="1371600" algn="l">
              <a:lnSpc>
                <a:spcPct val="90000"/>
              </a:lnSpc>
              <a:spcBef>
                <a:spcPts val="800"/>
              </a:spcBef>
              <a:spcAft>
                <a:spcPts val="0"/>
              </a:spcAft>
              <a:buSzPts val="144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800"/>
              </a:spcBef>
              <a:spcAft>
                <a:spcPts val="0"/>
              </a:spcAft>
              <a:buSzPts val="1280"/>
              <a:buNone/>
              <a:defRPr b="1" sz="1600"/>
            </a:lvl5pPr>
            <a:lvl6pPr indent="-228600" lvl="5" marL="2743200" algn="l">
              <a:lnSpc>
                <a:spcPct val="90000"/>
              </a:lnSpc>
              <a:spcBef>
                <a:spcPts val="800"/>
              </a:spcBef>
              <a:spcAft>
                <a:spcPts val="0"/>
              </a:spcAft>
              <a:buSzPts val="1600"/>
              <a:buNone/>
              <a:defRPr b="1" sz="1600"/>
            </a:lvl6pPr>
            <a:lvl7pPr indent="-228600" lvl="6" marL="3200400" algn="l">
              <a:lnSpc>
                <a:spcPct val="90000"/>
              </a:lnSpc>
              <a:spcBef>
                <a:spcPts val="800"/>
              </a:spcBef>
              <a:spcAft>
                <a:spcPts val="0"/>
              </a:spcAft>
              <a:buSzPts val="1280"/>
              <a:buNone/>
              <a:defRPr b="1" sz="1600"/>
            </a:lvl7pPr>
            <a:lvl8pPr indent="-228600" lvl="7" marL="3657600" algn="l">
              <a:lnSpc>
                <a:spcPct val="90000"/>
              </a:lnSpc>
              <a:spcBef>
                <a:spcPts val="800"/>
              </a:spcBef>
              <a:spcAft>
                <a:spcPts val="0"/>
              </a:spcAft>
              <a:buSzPts val="1600"/>
              <a:buNone/>
              <a:defRPr b="1" sz="1600"/>
            </a:lvl8pPr>
            <a:lvl9pPr indent="-228600" lvl="8" marL="4114800" algn="l">
              <a:lnSpc>
                <a:spcPct val="90000"/>
              </a:lnSpc>
              <a:spcBef>
                <a:spcPts val="800"/>
              </a:spcBef>
              <a:spcAft>
                <a:spcPts val="0"/>
              </a:spcAft>
              <a:buSzPts val="1280"/>
              <a:buNone/>
              <a:defRPr b="1" sz="1600"/>
            </a:lvl9pPr>
          </a:lstStyle>
          <a:p/>
        </p:txBody>
      </p:sp>
      <p:sp>
        <p:nvSpPr>
          <p:cNvPr id="62" name="Google Shape;62;p6"/>
          <p:cNvSpPr txBox="1"/>
          <p:nvPr>
            <p:ph idx="4" type="body"/>
          </p:nvPr>
        </p:nvSpPr>
        <p:spPr>
          <a:xfrm>
            <a:off x="6246814" y="2590801"/>
            <a:ext cx="4419599" cy="3429000"/>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1800"/>
              </a:spcBef>
              <a:spcAft>
                <a:spcPts val="0"/>
              </a:spcAft>
              <a:buSzPts val="1600"/>
              <a:buChar char="▪"/>
              <a:defRPr sz="2000"/>
            </a:lvl1pPr>
            <a:lvl2pPr indent="-342900" lvl="1" marL="914400" algn="l">
              <a:lnSpc>
                <a:spcPct val="90000"/>
              </a:lnSpc>
              <a:spcBef>
                <a:spcPts val="1000"/>
              </a:spcBef>
              <a:spcAft>
                <a:spcPts val="0"/>
              </a:spcAft>
              <a:buSzPts val="1800"/>
              <a:buChar char="–"/>
              <a:defRPr sz="1800"/>
            </a:lvl2pPr>
            <a:lvl3pPr indent="-309880" lvl="2" marL="1371600" algn="l">
              <a:lnSpc>
                <a:spcPct val="90000"/>
              </a:lnSpc>
              <a:spcBef>
                <a:spcPts val="800"/>
              </a:spcBef>
              <a:spcAft>
                <a:spcPts val="0"/>
              </a:spcAft>
              <a:buSzPts val="1280"/>
              <a:buChar char="▪"/>
              <a:defRPr sz="1600"/>
            </a:lvl3pPr>
            <a:lvl4pPr indent="-317500" lvl="3" marL="1828800" algn="l">
              <a:lnSpc>
                <a:spcPct val="90000"/>
              </a:lnSpc>
              <a:spcBef>
                <a:spcPts val="800"/>
              </a:spcBef>
              <a:spcAft>
                <a:spcPts val="0"/>
              </a:spcAft>
              <a:buSzPts val="1400"/>
              <a:buChar char="–"/>
              <a:defRPr sz="1400"/>
            </a:lvl4pPr>
            <a:lvl5pPr indent="-299720" lvl="4" marL="2286000" algn="l">
              <a:lnSpc>
                <a:spcPct val="90000"/>
              </a:lnSpc>
              <a:spcBef>
                <a:spcPts val="800"/>
              </a:spcBef>
              <a:spcAft>
                <a:spcPts val="0"/>
              </a:spcAft>
              <a:buSzPts val="1120"/>
              <a:buChar char="▪"/>
              <a:defRPr sz="1400"/>
            </a:lvl5pPr>
            <a:lvl6pPr indent="-317500" lvl="5" marL="2743200" algn="l">
              <a:lnSpc>
                <a:spcPct val="90000"/>
              </a:lnSpc>
              <a:spcBef>
                <a:spcPts val="800"/>
              </a:spcBef>
              <a:spcAft>
                <a:spcPts val="0"/>
              </a:spcAft>
              <a:buSzPts val="1400"/>
              <a:buChar char="–"/>
              <a:defRPr sz="1400"/>
            </a:lvl6pPr>
            <a:lvl7pPr indent="-299720" lvl="6" marL="3200400" algn="l">
              <a:lnSpc>
                <a:spcPct val="90000"/>
              </a:lnSpc>
              <a:spcBef>
                <a:spcPts val="800"/>
              </a:spcBef>
              <a:spcAft>
                <a:spcPts val="0"/>
              </a:spcAft>
              <a:buSzPts val="1120"/>
              <a:buChar char="▪"/>
              <a:defRPr sz="1400"/>
            </a:lvl7pPr>
            <a:lvl8pPr indent="-317500" lvl="7" marL="3657600" algn="l">
              <a:lnSpc>
                <a:spcPct val="90000"/>
              </a:lnSpc>
              <a:spcBef>
                <a:spcPts val="800"/>
              </a:spcBef>
              <a:spcAft>
                <a:spcPts val="0"/>
              </a:spcAft>
              <a:buSzPts val="1400"/>
              <a:buChar char="–"/>
              <a:defRPr sz="1400"/>
            </a:lvl8pPr>
            <a:lvl9pPr indent="-299720" lvl="8" marL="4114800" algn="l">
              <a:lnSpc>
                <a:spcPct val="90000"/>
              </a:lnSpc>
              <a:spcBef>
                <a:spcPts val="800"/>
              </a:spcBef>
              <a:spcAft>
                <a:spcPts val="0"/>
              </a:spcAft>
              <a:buSzPts val="1120"/>
              <a:buChar char="▪"/>
              <a:defRPr sz="1400"/>
            </a:lvl9pPr>
          </a:lstStyle>
          <a:p/>
        </p:txBody>
      </p:sp>
      <p:sp>
        <p:nvSpPr>
          <p:cNvPr id="63" name="Google Shape;63;p6"/>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7"/>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7"/>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1" name="Shape 71"/>
        <p:cNvGrpSpPr/>
        <p:nvPr/>
      </p:nvGrpSpPr>
      <p:grpSpPr>
        <a:xfrm>
          <a:off x="0" y="0"/>
          <a:ext cx="0" cy="0"/>
          <a:chOff x="0" y="0"/>
          <a:chExt cx="0" cy="0"/>
        </a:xfrm>
      </p:grpSpPr>
      <p:grpSp>
        <p:nvGrpSpPr>
          <p:cNvPr id="72" name="Google Shape;72;p8"/>
          <p:cNvGrpSpPr/>
          <p:nvPr/>
        </p:nvGrpSpPr>
        <p:grpSpPr>
          <a:xfrm>
            <a:off x="0" y="6309360"/>
            <a:ext cx="12190231" cy="548640"/>
            <a:chOff x="0" y="6309360"/>
            <a:chExt cx="12190231" cy="548640"/>
          </a:xfrm>
        </p:grpSpPr>
        <p:sp>
          <p:nvSpPr>
            <p:cNvPr id="73" name="Google Shape;73;p8"/>
            <p:cNvSpPr/>
            <p:nvPr/>
          </p:nvSpPr>
          <p:spPr>
            <a:xfrm>
              <a:off x="0" y="6400800"/>
              <a:ext cx="12188825" cy="457200"/>
            </a:xfrm>
            <a:prstGeom prst="rect">
              <a:avLst/>
            </a:prstGeom>
            <a:blipFill rotWithShape="1">
              <a:blip r:embed="rId2">
                <a:alphaModFix/>
              </a:blip>
              <a:tile algn="ctr"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4" name="Google Shape;74;p8"/>
            <p:cNvSpPr/>
            <p:nvPr/>
          </p:nvSpPr>
          <p:spPr>
            <a:xfrm>
              <a:off x="1279" y="6309360"/>
              <a:ext cx="12188952" cy="972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 name="Google Shape;75;p8"/>
            <p:cNvSpPr/>
            <p:nvPr/>
          </p:nvSpPr>
          <p:spPr>
            <a:xfrm>
              <a:off x="1279" y="6379143"/>
              <a:ext cx="12188952" cy="274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76" name="Google Shape;76;p8"/>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p9"/>
          <p:cNvSpPr/>
          <p:nvPr/>
        </p:nvSpPr>
        <p:spPr>
          <a:xfrm>
            <a:off x="1217610" y="1019175"/>
            <a:ext cx="6126480" cy="4572000"/>
          </a:xfrm>
          <a:prstGeom prst="rect">
            <a:avLst/>
          </a:prstGeom>
          <a:noFill/>
          <a:ln cap="flat" cmpd="sng" w="101600">
            <a:solidFill>
              <a:srgbClr val="345D7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 name="Google Shape;81;p9"/>
          <p:cNvSpPr txBox="1"/>
          <p:nvPr>
            <p:ph type="title"/>
          </p:nvPr>
        </p:nvSpPr>
        <p:spPr>
          <a:xfrm>
            <a:off x="7923214" y="1371600"/>
            <a:ext cx="3124200" cy="2057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3200"/>
              <a:buFont typeface="Calibri"/>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9"/>
          <p:cNvSpPr txBox="1"/>
          <p:nvPr>
            <p:ph idx="1" type="body"/>
          </p:nvPr>
        </p:nvSpPr>
        <p:spPr>
          <a:xfrm>
            <a:off x="1491930" y="1293495"/>
            <a:ext cx="5577840" cy="4023360"/>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1800"/>
              </a:spcBef>
              <a:spcAft>
                <a:spcPts val="0"/>
              </a:spcAft>
              <a:buSzPts val="1600"/>
              <a:buChar char="▪"/>
              <a:defRPr sz="2000"/>
            </a:lvl1pPr>
            <a:lvl2pPr indent="-342900" lvl="1" marL="914400" algn="l">
              <a:lnSpc>
                <a:spcPct val="90000"/>
              </a:lnSpc>
              <a:spcBef>
                <a:spcPts val="1000"/>
              </a:spcBef>
              <a:spcAft>
                <a:spcPts val="0"/>
              </a:spcAft>
              <a:buSzPts val="1800"/>
              <a:buChar char="–"/>
              <a:defRPr sz="1800"/>
            </a:lvl2pPr>
            <a:lvl3pPr indent="-309880" lvl="2" marL="1371600" algn="l">
              <a:lnSpc>
                <a:spcPct val="90000"/>
              </a:lnSpc>
              <a:spcBef>
                <a:spcPts val="800"/>
              </a:spcBef>
              <a:spcAft>
                <a:spcPts val="0"/>
              </a:spcAft>
              <a:buSzPts val="1280"/>
              <a:buChar char="▪"/>
              <a:defRPr sz="1600"/>
            </a:lvl3pPr>
            <a:lvl4pPr indent="-317500" lvl="3" marL="1828800" algn="l">
              <a:lnSpc>
                <a:spcPct val="90000"/>
              </a:lnSpc>
              <a:spcBef>
                <a:spcPts val="800"/>
              </a:spcBef>
              <a:spcAft>
                <a:spcPts val="0"/>
              </a:spcAft>
              <a:buSzPts val="1400"/>
              <a:buChar char="–"/>
              <a:defRPr sz="1400"/>
            </a:lvl4pPr>
            <a:lvl5pPr indent="-299720" lvl="4" marL="2286000" algn="l">
              <a:lnSpc>
                <a:spcPct val="90000"/>
              </a:lnSpc>
              <a:spcBef>
                <a:spcPts val="800"/>
              </a:spcBef>
              <a:spcAft>
                <a:spcPts val="0"/>
              </a:spcAft>
              <a:buSzPts val="1120"/>
              <a:buChar char="▪"/>
              <a:defRPr sz="1400"/>
            </a:lvl5pPr>
            <a:lvl6pPr indent="-317500" lvl="5" marL="2743200" algn="l">
              <a:lnSpc>
                <a:spcPct val="90000"/>
              </a:lnSpc>
              <a:spcBef>
                <a:spcPts val="800"/>
              </a:spcBef>
              <a:spcAft>
                <a:spcPts val="0"/>
              </a:spcAft>
              <a:buSzPts val="1400"/>
              <a:buChar char="–"/>
              <a:defRPr sz="1400"/>
            </a:lvl6pPr>
            <a:lvl7pPr indent="-299720" lvl="6" marL="3200400" algn="l">
              <a:lnSpc>
                <a:spcPct val="90000"/>
              </a:lnSpc>
              <a:spcBef>
                <a:spcPts val="800"/>
              </a:spcBef>
              <a:spcAft>
                <a:spcPts val="0"/>
              </a:spcAft>
              <a:buSzPts val="1120"/>
              <a:buChar char="▪"/>
              <a:defRPr sz="1400"/>
            </a:lvl7pPr>
            <a:lvl8pPr indent="-317500" lvl="7" marL="3657600" algn="l">
              <a:lnSpc>
                <a:spcPct val="90000"/>
              </a:lnSpc>
              <a:spcBef>
                <a:spcPts val="800"/>
              </a:spcBef>
              <a:spcAft>
                <a:spcPts val="0"/>
              </a:spcAft>
              <a:buSzPts val="1400"/>
              <a:buChar char="–"/>
              <a:defRPr sz="1400"/>
            </a:lvl8pPr>
            <a:lvl9pPr indent="-299720" lvl="8" marL="4114800" algn="l">
              <a:lnSpc>
                <a:spcPct val="90000"/>
              </a:lnSpc>
              <a:spcBef>
                <a:spcPts val="800"/>
              </a:spcBef>
              <a:spcAft>
                <a:spcPts val="0"/>
              </a:spcAft>
              <a:buSzPts val="1120"/>
              <a:buChar char="▪"/>
              <a:defRPr sz="1400"/>
            </a:lvl9pPr>
          </a:lstStyle>
          <a:p/>
        </p:txBody>
      </p:sp>
      <p:sp>
        <p:nvSpPr>
          <p:cNvPr id="83" name="Google Shape;83;p9"/>
          <p:cNvSpPr txBox="1"/>
          <p:nvPr>
            <p:ph idx="2" type="body"/>
          </p:nvPr>
        </p:nvSpPr>
        <p:spPr>
          <a:xfrm>
            <a:off x="7923214" y="3536829"/>
            <a:ext cx="3124200" cy="17971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800"/>
              </a:spcBef>
              <a:spcAft>
                <a:spcPts val="0"/>
              </a:spcAft>
              <a:buSzPts val="1280"/>
              <a:buNone/>
              <a:defRPr sz="1600"/>
            </a:lvl1pPr>
            <a:lvl2pPr indent="-228600" lvl="1" marL="914400" algn="l">
              <a:lnSpc>
                <a:spcPct val="90000"/>
              </a:lnSpc>
              <a:spcBef>
                <a:spcPts val="1000"/>
              </a:spcBef>
              <a:spcAft>
                <a:spcPts val="0"/>
              </a:spcAft>
              <a:buSzPts val="1200"/>
              <a:buNone/>
              <a:defRPr sz="1200"/>
            </a:lvl2pPr>
            <a:lvl3pPr indent="-228600" lvl="2" marL="1371600" algn="l">
              <a:lnSpc>
                <a:spcPct val="90000"/>
              </a:lnSpc>
              <a:spcBef>
                <a:spcPts val="800"/>
              </a:spcBef>
              <a:spcAft>
                <a:spcPts val="0"/>
              </a:spcAft>
              <a:buSzPts val="800"/>
              <a:buNone/>
              <a:defRPr sz="1000"/>
            </a:lvl3pPr>
            <a:lvl4pPr indent="-228600" lvl="3" marL="1828800" algn="l">
              <a:lnSpc>
                <a:spcPct val="90000"/>
              </a:lnSpc>
              <a:spcBef>
                <a:spcPts val="800"/>
              </a:spcBef>
              <a:spcAft>
                <a:spcPts val="0"/>
              </a:spcAft>
              <a:buSzPts val="900"/>
              <a:buNone/>
              <a:defRPr sz="900"/>
            </a:lvl4pPr>
            <a:lvl5pPr indent="-228600" lvl="4" marL="2286000" algn="l">
              <a:lnSpc>
                <a:spcPct val="90000"/>
              </a:lnSpc>
              <a:spcBef>
                <a:spcPts val="800"/>
              </a:spcBef>
              <a:spcAft>
                <a:spcPts val="0"/>
              </a:spcAft>
              <a:buSzPts val="720"/>
              <a:buNone/>
              <a:defRPr sz="900"/>
            </a:lvl5pPr>
            <a:lvl6pPr indent="-228600" lvl="5" marL="2743200" algn="l">
              <a:lnSpc>
                <a:spcPct val="90000"/>
              </a:lnSpc>
              <a:spcBef>
                <a:spcPts val="800"/>
              </a:spcBef>
              <a:spcAft>
                <a:spcPts val="0"/>
              </a:spcAft>
              <a:buSzPts val="900"/>
              <a:buNone/>
              <a:defRPr sz="900"/>
            </a:lvl6pPr>
            <a:lvl7pPr indent="-228600" lvl="6" marL="3200400" algn="l">
              <a:lnSpc>
                <a:spcPct val="90000"/>
              </a:lnSpc>
              <a:spcBef>
                <a:spcPts val="800"/>
              </a:spcBef>
              <a:spcAft>
                <a:spcPts val="0"/>
              </a:spcAft>
              <a:buSzPts val="720"/>
              <a:buNone/>
              <a:defRPr sz="900"/>
            </a:lvl7pPr>
            <a:lvl8pPr indent="-228600" lvl="7" marL="3657600" algn="l">
              <a:lnSpc>
                <a:spcPct val="90000"/>
              </a:lnSpc>
              <a:spcBef>
                <a:spcPts val="800"/>
              </a:spcBef>
              <a:spcAft>
                <a:spcPts val="0"/>
              </a:spcAft>
              <a:buSzPts val="900"/>
              <a:buNone/>
              <a:defRPr sz="900"/>
            </a:lvl8pPr>
            <a:lvl9pPr indent="-228600" lvl="8" marL="4114800" algn="l">
              <a:lnSpc>
                <a:spcPct val="90000"/>
              </a:lnSpc>
              <a:spcBef>
                <a:spcPts val="800"/>
              </a:spcBef>
              <a:spcAft>
                <a:spcPts val="0"/>
              </a:spcAft>
              <a:buSzPts val="720"/>
              <a:buNone/>
              <a:defRPr sz="900"/>
            </a:lvl9pPr>
          </a:lstStyle>
          <a:p/>
        </p:txBody>
      </p:sp>
      <p:sp>
        <p:nvSpPr>
          <p:cNvPr id="84" name="Google Shape;84;p9"/>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9"/>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9"/>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10"/>
          <p:cNvSpPr/>
          <p:nvPr/>
        </p:nvSpPr>
        <p:spPr>
          <a:xfrm>
            <a:off x="1217610" y="1019175"/>
            <a:ext cx="6126480" cy="4572000"/>
          </a:xfrm>
          <a:prstGeom prst="rect">
            <a:avLst/>
          </a:prstGeom>
          <a:noFill/>
          <a:ln cap="flat" cmpd="sng" w="101600">
            <a:solidFill>
              <a:srgbClr val="345D7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0"/>
          <p:cNvSpPr txBox="1"/>
          <p:nvPr>
            <p:ph type="title"/>
          </p:nvPr>
        </p:nvSpPr>
        <p:spPr>
          <a:xfrm>
            <a:off x="7923214" y="1371600"/>
            <a:ext cx="3124200" cy="2057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3200"/>
              <a:buFont typeface="Calibri"/>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90" name="Google Shape;90;p10"/>
          <p:cNvSpPr/>
          <p:nvPr>
            <p:ph idx="2" type="pic"/>
          </p:nvPr>
        </p:nvSpPr>
        <p:spPr>
          <a:xfrm>
            <a:off x="1400490" y="1202055"/>
            <a:ext cx="5760720" cy="4206240"/>
          </a:xfrm>
          <a:prstGeom prst="rect">
            <a:avLst/>
          </a:prstGeom>
          <a:solidFill>
            <a:srgbClr val="F2F2F2"/>
          </a:solidFill>
          <a:ln>
            <a:noFill/>
          </a:ln>
        </p:spPr>
      </p:sp>
      <p:sp>
        <p:nvSpPr>
          <p:cNvPr id="91" name="Google Shape;91;p10"/>
          <p:cNvSpPr txBox="1"/>
          <p:nvPr>
            <p:ph idx="1" type="body"/>
          </p:nvPr>
        </p:nvSpPr>
        <p:spPr>
          <a:xfrm>
            <a:off x="7923214" y="3536829"/>
            <a:ext cx="3124200" cy="179717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800"/>
              </a:spcBef>
              <a:spcAft>
                <a:spcPts val="0"/>
              </a:spcAft>
              <a:buSzPts val="1280"/>
              <a:buNone/>
              <a:defRPr sz="1600"/>
            </a:lvl1pPr>
            <a:lvl2pPr indent="-228600" lvl="1" marL="914400" algn="l">
              <a:lnSpc>
                <a:spcPct val="90000"/>
              </a:lnSpc>
              <a:spcBef>
                <a:spcPts val="1000"/>
              </a:spcBef>
              <a:spcAft>
                <a:spcPts val="0"/>
              </a:spcAft>
              <a:buSzPts val="1200"/>
              <a:buNone/>
              <a:defRPr sz="1200"/>
            </a:lvl2pPr>
            <a:lvl3pPr indent="-228600" lvl="2" marL="1371600" algn="l">
              <a:lnSpc>
                <a:spcPct val="90000"/>
              </a:lnSpc>
              <a:spcBef>
                <a:spcPts val="800"/>
              </a:spcBef>
              <a:spcAft>
                <a:spcPts val="0"/>
              </a:spcAft>
              <a:buSzPts val="800"/>
              <a:buNone/>
              <a:defRPr sz="1000"/>
            </a:lvl3pPr>
            <a:lvl4pPr indent="-228600" lvl="3" marL="1828800" algn="l">
              <a:lnSpc>
                <a:spcPct val="90000"/>
              </a:lnSpc>
              <a:spcBef>
                <a:spcPts val="800"/>
              </a:spcBef>
              <a:spcAft>
                <a:spcPts val="0"/>
              </a:spcAft>
              <a:buSzPts val="900"/>
              <a:buNone/>
              <a:defRPr sz="900"/>
            </a:lvl4pPr>
            <a:lvl5pPr indent="-228600" lvl="4" marL="2286000" algn="l">
              <a:lnSpc>
                <a:spcPct val="90000"/>
              </a:lnSpc>
              <a:spcBef>
                <a:spcPts val="800"/>
              </a:spcBef>
              <a:spcAft>
                <a:spcPts val="0"/>
              </a:spcAft>
              <a:buSzPts val="720"/>
              <a:buNone/>
              <a:defRPr sz="900"/>
            </a:lvl5pPr>
            <a:lvl6pPr indent="-228600" lvl="5" marL="2743200" algn="l">
              <a:lnSpc>
                <a:spcPct val="90000"/>
              </a:lnSpc>
              <a:spcBef>
                <a:spcPts val="800"/>
              </a:spcBef>
              <a:spcAft>
                <a:spcPts val="0"/>
              </a:spcAft>
              <a:buSzPts val="900"/>
              <a:buNone/>
              <a:defRPr sz="900"/>
            </a:lvl6pPr>
            <a:lvl7pPr indent="-228600" lvl="6" marL="3200400" algn="l">
              <a:lnSpc>
                <a:spcPct val="90000"/>
              </a:lnSpc>
              <a:spcBef>
                <a:spcPts val="800"/>
              </a:spcBef>
              <a:spcAft>
                <a:spcPts val="0"/>
              </a:spcAft>
              <a:buSzPts val="720"/>
              <a:buNone/>
              <a:defRPr sz="900"/>
            </a:lvl7pPr>
            <a:lvl8pPr indent="-228600" lvl="7" marL="3657600" algn="l">
              <a:lnSpc>
                <a:spcPct val="90000"/>
              </a:lnSpc>
              <a:spcBef>
                <a:spcPts val="800"/>
              </a:spcBef>
              <a:spcAft>
                <a:spcPts val="0"/>
              </a:spcAft>
              <a:buSzPts val="900"/>
              <a:buNone/>
              <a:defRPr sz="900"/>
            </a:lvl8pPr>
            <a:lvl9pPr indent="-228600" lvl="8" marL="4114800" algn="l">
              <a:lnSpc>
                <a:spcPct val="90000"/>
              </a:lnSpc>
              <a:spcBef>
                <a:spcPts val="800"/>
              </a:spcBef>
              <a:spcAft>
                <a:spcPts val="0"/>
              </a:spcAft>
              <a:buSzPts val="720"/>
              <a:buNone/>
              <a:defRPr sz="900"/>
            </a:lvl9pPr>
          </a:lstStyle>
          <a:p/>
        </p:txBody>
      </p:sp>
      <p:sp>
        <p:nvSpPr>
          <p:cNvPr id="92" name="Google Shape;92;p10"/>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0"/>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0"/>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4245913" y="-818037"/>
            <a:ext cx="3697465" cy="9143538"/>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800"/>
              </a:spcBef>
              <a:spcAft>
                <a:spcPts val="0"/>
              </a:spcAft>
              <a:buSzPts val="1440"/>
              <a:buChar char="▪"/>
              <a:defRPr/>
            </a:lvl1pPr>
            <a:lvl2pPr indent="-342900" lvl="1" marL="914400" algn="l">
              <a:lnSpc>
                <a:spcPct val="90000"/>
              </a:lnSpc>
              <a:spcBef>
                <a:spcPts val="1000"/>
              </a:spcBef>
              <a:spcAft>
                <a:spcPts val="0"/>
              </a:spcAft>
              <a:buSzPts val="1800"/>
              <a:buChar char="–"/>
              <a:defRPr/>
            </a:lvl2pPr>
            <a:lvl3pPr indent="-320040" lvl="2" marL="1371600" algn="l">
              <a:lnSpc>
                <a:spcPct val="90000"/>
              </a:lnSpc>
              <a:spcBef>
                <a:spcPts val="800"/>
              </a:spcBef>
              <a:spcAft>
                <a:spcPts val="0"/>
              </a:spcAft>
              <a:buSzPts val="1440"/>
              <a:buChar char="▪"/>
              <a:defRPr/>
            </a:lvl3pPr>
            <a:lvl4pPr indent="-342900" lvl="3" marL="1828800" algn="l">
              <a:lnSpc>
                <a:spcPct val="90000"/>
              </a:lnSpc>
              <a:spcBef>
                <a:spcPts val="800"/>
              </a:spcBef>
              <a:spcAft>
                <a:spcPts val="0"/>
              </a:spcAft>
              <a:buSzPts val="1800"/>
              <a:buChar char="–"/>
              <a:defRPr/>
            </a:lvl4pPr>
            <a:lvl5pPr indent="-309880" lvl="4" marL="2286000" algn="l">
              <a:lnSpc>
                <a:spcPct val="90000"/>
              </a:lnSpc>
              <a:spcBef>
                <a:spcPts val="800"/>
              </a:spcBef>
              <a:spcAft>
                <a:spcPts val="0"/>
              </a:spcAft>
              <a:buSzPts val="1280"/>
              <a:buChar char="▪"/>
              <a:defRPr/>
            </a:lvl5pPr>
            <a:lvl6pPr indent="-330200" lvl="5" marL="2743200" algn="l">
              <a:lnSpc>
                <a:spcPct val="90000"/>
              </a:lnSpc>
              <a:spcBef>
                <a:spcPts val="800"/>
              </a:spcBef>
              <a:spcAft>
                <a:spcPts val="0"/>
              </a:spcAft>
              <a:buSzPts val="1600"/>
              <a:buChar char="–"/>
              <a:defRPr/>
            </a:lvl6pPr>
            <a:lvl7pPr indent="-309880" lvl="6" marL="3200400" algn="l">
              <a:lnSpc>
                <a:spcPct val="90000"/>
              </a:lnSpc>
              <a:spcBef>
                <a:spcPts val="800"/>
              </a:spcBef>
              <a:spcAft>
                <a:spcPts val="0"/>
              </a:spcAft>
              <a:buSzPts val="1280"/>
              <a:buChar char="▪"/>
              <a:defRPr/>
            </a:lvl7pPr>
            <a:lvl8pPr indent="-330200" lvl="7" marL="3657600" algn="l">
              <a:lnSpc>
                <a:spcPct val="90000"/>
              </a:lnSpc>
              <a:spcBef>
                <a:spcPts val="800"/>
              </a:spcBef>
              <a:spcAft>
                <a:spcPts val="0"/>
              </a:spcAft>
              <a:buSzPts val="1600"/>
              <a:buChar char="–"/>
              <a:defRPr/>
            </a:lvl8pPr>
            <a:lvl9pPr indent="-309880" lvl="8" marL="4114800" algn="l">
              <a:lnSpc>
                <a:spcPct val="90000"/>
              </a:lnSpc>
              <a:spcBef>
                <a:spcPts val="800"/>
              </a:spcBef>
              <a:spcAft>
                <a:spcPts val="0"/>
              </a:spcAft>
              <a:buSzPts val="1280"/>
              <a:buChar char="▪"/>
              <a:defRPr/>
            </a:lvl9pPr>
          </a:lstStyle>
          <a:p/>
        </p:txBody>
      </p:sp>
      <p:sp>
        <p:nvSpPr>
          <p:cNvPr id="98" name="Google Shape;98;p11"/>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1" name="Shape 101"/>
        <p:cNvGrpSpPr/>
        <p:nvPr/>
      </p:nvGrpSpPr>
      <p:grpSpPr>
        <a:xfrm>
          <a:off x="0" y="0"/>
          <a:ext cx="0" cy="0"/>
          <a:chOff x="0" y="0"/>
          <a:chExt cx="0" cy="0"/>
        </a:xfrm>
      </p:grpSpPr>
      <p:sp>
        <p:nvSpPr>
          <p:cNvPr id="102" name="Google Shape;102;p12"/>
          <p:cNvSpPr txBox="1"/>
          <p:nvPr>
            <p:ph type="title"/>
          </p:nvPr>
        </p:nvSpPr>
        <p:spPr>
          <a:xfrm rot="5400000">
            <a:off x="7360908" y="2743200"/>
            <a:ext cx="5410200" cy="114300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2"/>
          <p:cNvSpPr txBox="1"/>
          <p:nvPr>
            <p:ph idx="1" type="body"/>
          </p:nvPr>
        </p:nvSpPr>
        <p:spPr>
          <a:xfrm rot="5400000">
            <a:off x="2665412" y="-533399"/>
            <a:ext cx="5410200" cy="7696198"/>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800"/>
              </a:spcBef>
              <a:spcAft>
                <a:spcPts val="0"/>
              </a:spcAft>
              <a:buSzPts val="1440"/>
              <a:buChar char="▪"/>
              <a:defRPr/>
            </a:lvl1pPr>
            <a:lvl2pPr indent="-342900" lvl="1" marL="914400" algn="l">
              <a:lnSpc>
                <a:spcPct val="90000"/>
              </a:lnSpc>
              <a:spcBef>
                <a:spcPts val="1000"/>
              </a:spcBef>
              <a:spcAft>
                <a:spcPts val="0"/>
              </a:spcAft>
              <a:buSzPts val="1800"/>
              <a:buChar char="–"/>
              <a:defRPr/>
            </a:lvl2pPr>
            <a:lvl3pPr indent="-320040" lvl="2" marL="1371600" algn="l">
              <a:lnSpc>
                <a:spcPct val="90000"/>
              </a:lnSpc>
              <a:spcBef>
                <a:spcPts val="800"/>
              </a:spcBef>
              <a:spcAft>
                <a:spcPts val="0"/>
              </a:spcAft>
              <a:buSzPts val="1440"/>
              <a:buChar char="▪"/>
              <a:defRPr/>
            </a:lvl3pPr>
            <a:lvl4pPr indent="-342900" lvl="3" marL="1828800" algn="l">
              <a:lnSpc>
                <a:spcPct val="90000"/>
              </a:lnSpc>
              <a:spcBef>
                <a:spcPts val="800"/>
              </a:spcBef>
              <a:spcAft>
                <a:spcPts val="0"/>
              </a:spcAft>
              <a:buSzPts val="1800"/>
              <a:buChar char="–"/>
              <a:defRPr/>
            </a:lvl4pPr>
            <a:lvl5pPr indent="-309880" lvl="4" marL="2286000" algn="l">
              <a:lnSpc>
                <a:spcPct val="90000"/>
              </a:lnSpc>
              <a:spcBef>
                <a:spcPts val="800"/>
              </a:spcBef>
              <a:spcAft>
                <a:spcPts val="0"/>
              </a:spcAft>
              <a:buSzPts val="1280"/>
              <a:buChar char="▪"/>
              <a:defRPr/>
            </a:lvl5pPr>
            <a:lvl6pPr indent="-330200" lvl="5" marL="2743200" algn="l">
              <a:lnSpc>
                <a:spcPct val="90000"/>
              </a:lnSpc>
              <a:spcBef>
                <a:spcPts val="800"/>
              </a:spcBef>
              <a:spcAft>
                <a:spcPts val="0"/>
              </a:spcAft>
              <a:buSzPts val="1600"/>
              <a:buChar char="–"/>
              <a:defRPr/>
            </a:lvl6pPr>
            <a:lvl7pPr indent="-309880" lvl="6" marL="3200400" algn="l">
              <a:lnSpc>
                <a:spcPct val="90000"/>
              </a:lnSpc>
              <a:spcBef>
                <a:spcPts val="800"/>
              </a:spcBef>
              <a:spcAft>
                <a:spcPts val="0"/>
              </a:spcAft>
              <a:buSzPts val="1280"/>
              <a:buChar char="▪"/>
              <a:defRPr/>
            </a:lvl7pPr>
            <a:lvl8pPr indent="-330200" lvl="7" marL="3657600" algn="l">
              <a:lnSpc>
                <a:spcPct val="90000"/>
              </a:lnSpc>
              <a:spcBef>
                <a:spcPts val="800"/>
              </a:spcBef>
              <a:spcAft>
                <a:spcPts val="0"/>
              </a:spcAft>
              <a:buSzPts val="1600"/>
              <a:buChar char="–"/>
              <a:defRPr/>
            </a:lvl8pPr>
            <a:lvl9pPr indent="-309880" lvl="8" marL="4114800" algn="l">
              <a:lnSpc>
                <a:spcPct val="90000"/>
              </a:lnSpc>
              <a:spcBef>
                <a:spcPts val="800"/>
              </a:spcBef>
              <a:spcAft>
                <a:spcPts val="0"/>
              </a:spcAft>
              <a:buSzPts val="1280"/>
              <a:buChar char="▪"/>
              <a:defRPr/>
            </a:lvl9pPr>
          </a:lstStyle>
          <a:p/>
        </p:txBody>
      </p:sp>
      <p:sp>
        <p:nvSpPr>
          <p:cNvPr id="104" name="Google Shape;104;p12"/>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2"/>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2"/>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07" name="Shape 107"/>
        <p:cNvGrpSpPr/>
        <p:nvPr/>
      </p:nvGrpSpPr>
      <p:grpSpPr>
        <a:xfrm>
          <a:off x="0" y="0"/>
          <a:ext cx="0" cy="0"/>
          <a:chOff x="0" y="0"/>
          <a:chExt cx="0" cy="0"/>
        </a:xfrm>
      </p:grpSpPr>
      <p:sp>
        <p:nvSpPr>
          <p:cNvPr id="108" name="Google Shape;108;p13"/>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D7E"/>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3"/>
          <p:cNvSpPr txBox="1"/>
          <p:nvPr>
            <p:ph idx="1" type="body"/>
          </p:nvPr>
        </p:nvSpPr>
        <p:spPr>
          <a:xfrm>
            <a:off x="1522876" y="1905000"/>
            <a:ext cx="9143538" cy="3697465"/>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800"/>
              </a:spcBef>
              <a:spcAft>
                <a:spcPts val="0"/>
              </a:spcAft>
              <a:buSzPts val="1440"/>
              <a:buChar char="▪"/>
              <a:defRPr/>
            </a:lvl1pPr>
            <a:lvl2pPr indent="-342900" lvl="1" marL="914400" algn="l">
              <a:lnSpc>
                <a:spcPct val="90000"/>
              </a:lnSpc>
              <a:spcBef>
                <a:spcPts val="1000"/>
              </a:spcBef>
              <a:spcAft>
                <a:spcPts val="0"/>
              </a:spcAft>
              <a:buSzPts val="1800"/>
              <a:buChar char="–"/>
              <a:defRPr/>
            </a:lvl2pPr>
            <a:lvl3pPr indent="-320040" lvl="2" marL="1371600" algn="l">
              <a:lnSpc>
                <a:spcPct val="90000"/>
              </a:lnSpc>
              <a:spcBef>
                <a:spcPts val="800"/>
              </a:spcBef>
              <a:spcAft>
                <a:spcPts val="0"/>
              </a:spcAft>
              <a:buSzPts val="1440"/>
              <a:buChar char="▪"/>
              <a:defRPr/>
            </a:lvl3pPr>
            <a:lvl4pPr indent="-342900" lvl="3" marL="1828800" algn="l">
              <a:lnSpc>
                <a:spcPct val="90000"/>
              </a:lnSpc>
              <a:spcBef>
                <a:spcPts val="800"/>
              </a:spcBef>
              <a:spcAft>
                <a:spcPts val="0"/>
              </a:spcAft>
              <a:buSzPts val="1800"/>
              <a:buChar char="–"/>
              <a:defRPr/>
            </a:lvl4pPr>
            <a:lvl5pPr indent="-320040" lvl="4" marL="2286000" algn="l">
              <a:lnSpc>
                <a:spcPct val="90000"/>
              </a:lnSpc>
              <a:spcBef>
                <a:spcPts val="800"/>
              </a:spcBef>
              <a:spcAft>
                <a:spcPts val="0"/>
              </a:spcAft>
              <a:buSzPts val="1440"/>
              <a:buChar char="▪"/>
              <a:defRPr/>
            </a:lvl5pPr>
            <a:lvl6pPr indent="-342900" lvl="5" marL="2743200" algn="l">
              <a:lnSpc>
                <a:spcPct val="90000"/>
              </a:lnSpc>
              <a:spcBef>
                <a:spcPts val="800"/>
              </a:spcBef>
              <a:spcAft>
                <a:spcPts val="0"/>
              </a:spcAft>
              <a:buSzPts val="1800"/>
              <a:buChar char="–"/>
              <a:defRPr/>
            </a:lvl6pPr>
            <a:lvl7pPr indent="-320040" lvl="6" marL="3200400" algn="l">
              <a:lnSpc>
                <a:spcPct val="90000"/>
              </a:lnSpc>
              <a:spcBef>
                <a:spcPts val="800"/>
              </a:spcBef>
              <a:spcAft>
                <a:spcPts val="0"/>
              </a:spcAft>
              <a:buSzPts val="1440"/>
              <a:buChar char="▪"/>
              <a:defRPr/>
            </a:lvl7pPr>
            <a:lvl8pPr indent="-342900" lvl="7" marL="3657600" algn="l">
              <a:lnSpc>
                <a:spcPct val="90000"/>
              </a:lnSpc>
              <a:spcBef>
                <a:spcPts val="800"/>
              </a:spcBef>
              <a:spcAft>
                <a:spcPts val="0"/>
              </a:spcAft>
              <a:buSzPts val="1800"/>
              <a:buChar char="–"/>
              <a:defRPr/>
            </a:lvl8pPr>
            <a:lvl9pPr indent="-320040" lvl="8" marL="4114800" algn="l">
              <a:lnSpc>
                <a:spcPct val="90000"/>
              </a:lnSpc>
              <a:spcBef>
                <a:spcPts val="800"/>
              </a:spcBef>
              <a:spcAft>
                <a:spcPts val="0"/>
              </a:spcAft>
              <a:buSzPts val="1440"/>
              <a:buChar char="▪"/>
              <a:defRPr/>
            </a:lvl9pPr>
          </a:lstStyle>
          <a:p/>
        </p:txBody>
      </p:sp>
      <p:sp>
        <p:nvSpPr>
          <p:cNvPr id="110" name="Google Shape;110;p13"/>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3"/>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3"/>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6309360"/>
            <a:ext cx="12190231" cy="548640"/>
            <a:chOff x="0" y="6309360"/>
            <a:chExt cx="12190231" cy="548640"/>
          </a:xfrm>
        </p:grpSpPr>
        <p:sp>
          <p:nvSpPr>
            <p:cNvPr id="11" name="Google Shape;11;p1"/>
            <p:cNvSpPr/>
            <p:nvPr/>
          </p:nvSpPr>
          <p:spPr>
            <a:xfrm>
              <a:off x="0" y="6400800"/>
              <a:ext cx="12188825" cy="457200"/>
            </a:xfrm>
            <a:prstGeom prst="rect">
              <a:avLst/>
            </a:prstGeom>
            <a:blipFill rotWithShape="1">
              <a:blip r:embed="rId1">
                <a:alphaModFix/>
              </a:blip>
              <a:tile algn="ctr"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 name="Google Shape;12;p1"/>
            <p:cNvSpPr/>
            <p:nvPr/>
          </p:nvSpPr>
          <p:spPr>
            <a:xfrm>
              <a:off x="1279" y="6309360"/>
              <a:ext cx="12188952" cy="972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 name="Google Shape;13;p1"/>
            <p:cNvSpPr/>
            <p:nvPr/>
          </p:nvSpPr>
          <p:spPr>
            <a:xfrm>
              <a:off x="1279" y="6379143"/>
              <a:ext cx="12188952" cy="274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grpSp>
        <p:nvGrpSpPr>
          <p:cNvPr id="14" name="Google Shape;14;p1"/>
          <p:cNvGrpSpPr/>
          <p:nvPr/>
        </p:nvGrpSpPr>
        <p:grpSpPr>
          <a:xfrm>
            <a:off x="1279" y="0"/>
            <a:ext cx="12188952" cy="320040"/>
            <a:chOff x="1279" y="0"/>
            <a:chExt cx="12188952" cy="320040"/>
          </a:xfrm>
        </p:grpSpPr>
        <p:sp>
          <p:nvSpPr>
            <p:cNvPr id="15" name="Google Shape;15;p1"/>
            <p:cNvSpPr/>
            <p:nvPr/>
          </p:nvSpPr>
          <p:spPr>
            <a:xfrm>
              <a:off x="1279" y="0"/>
              <a:ext cx="12188952" cy="170234"/>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1"/>
            <p:cNvSpPr/>
            <p:nvPr/>
          </p:nvSpPr>
          <p:spPr>
            <a:xfrm>
              <a:off x="1279" y="170234"/>
              <a:ext cx="12188952" cy="14980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1"/>
            <p:cNvSpPr/>
            <p:nvPr/>
          </p:nvSpPr>
          <p:spPr>
            <a:xfrm>
              <a:off x="1279" y="231421"/>
              <a:ext cx="12188952" cy="274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8" name="Google Shape;18;p1"/>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45D7E"/>
              </a:buClr>
              <a:buSzPts val="3200"/>
              <a:buFont typeface="Calibri"/>
              <a:buNone/>
              <a:defRPr b="0" i="0" sz="3200" u="none" cap="none" strike="noStrike">
                <a:solidFill>
                  <a:srgbClr val="345D7E"/>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1"/>
          <p:cNvSpPr txBox="1"/>
          <p:nvPr>
            <p:ph idx="1" type="body"/>
          </p:nvPr>
        </p:nvSpPr>
        <p:spPr>
          <a:xfrm>
            <a:off x="1522876" y="1905000"/>
            <a:ext cx="9143538" cy="3697465"/>
          </a:xfrm>
          <a:prstGeom prst="rect">
            <a:avLst/>
          </a:prstGeom>
          <a:noFill/>
          <a:ln>
            <a:noFill/>
          </a:ln>
        </p:spPr>
        <p:txBody>
          <a:bodyPr anchorCtr="0" anchor="t" bIns="45700" lIns="91425" spcFirstLastPara="1" rIns="91425" wrap="square" tIns="45700">
            <a:normAutofit/>
          </a:bodyPr>
          <a:lstStyle>
            <a:lvl1pPr indent="-350520" lvl="0" marL="457200" marR="0" rtl="0" algn="l">
              <a:lnSpc>
                <a:spcPct val="90000"/>
              </a:lnSpc>
              <a:spcBef>
                <a:spcPts val="1800"/>
              </a:spcBef>
              <a:spcAft>
                <a:spcPts val="0"/>
              </a:spcAft>
              <a:buClr>
                <a:schemeClr val="dk1"/>
              </a:buClr>
              <a:buSzPts val="1920"/>
              <a:buFont typeface="Noto Sans Symbols"/>
              <a:buChar char="▪"/>
              <a:defRPr b="0" i="0" sz="2400" u="none" cap="none" strike="noStrike">
                <a:solidFill>
                  <a:schemeClr val="dk1"/>
                </a:solidFill>
                <a:latin typeface="Calibri"/>
                <a:ea typeface="Calibri"/>
                <a:cs typeface="Calibri"/>
                <a:sym typeface="Calibri"/>
              </a:defRPr>
            </a:lvl1pPr>
            <a:lvl2pPr indent="-355600" lvl="1" marL="9144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20040" lvl="2" marL="1371600" marR="0" rtl="0" algn="l">
              <a:lnSpc>
                <a:spcPct val="90000"/>
              </a:lnSpc>
              <a:spcBef>
                <a:spcPts val="800"/>
              </a:spcBef>
              <a:spcAft>
                <a:spcPts val="0"/>
              </a:spcAft>
              <a:buClr>
                <a:schemeClr val="dk1"/>
              </a:buClr>
              <a:buSzPts val="144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90000"/>
              </a:lnSpc>
              <a:spcBef>
                <a:spcPts val="8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09880" lvl="4" marL="2286000" marR="0" rtl="0" algn="l">
              <a:lnSpc>
                <a:spcPct val="90000"/>
              </a:lnSpc>
              <a:spcBef>
                <a:spcPts val="800"/>
              </a:spcBef>
              <a:spcAft>
                <a:spcPts val="0"/>
              </a:spcAft>
              <a:buClr>
                <a:schemeClr val="dk1"/>
              </a:buClr>
              <a:buSzPts val="128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90000"/>
              </a:lnSpc>
              <a:spcBef>
                <a:spcPts val="8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09880" lvl="6" marL="3200400" marR="0" rtl="0" algn="l">
              <a:lnSpc>
                <a:spcPct val="90000"/>
              </a:lnSpc>
              <a:spcBef>
                <a:spcPts val="800"/>
              </a:spcBef>
              <a:spcAft>
                <a:spcPts val="0"/>
              </a:spcAft>
              <a:buClr>
                <a:schemeClr val="dk1"/>
              </a:buClr>
              <a:buSzPts val="128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90000"/>
              </a:lnSpc>
              <a:spcBef>
                <a:spcPts val="8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09880" lvl="8" marL="4114800" marR="0" rtl="0" algn="l">
              <a:lnSpc>
                <a:spcPct val="90000"/>
              </a:lnSpc>
              <a:spcBef>
                <a:spcPts val="800"/>
              </a:spcBef>
              <a:spcAft>
                <a:spcPts val="0"/>
              </a:spcAft>
              <a:buClr>
                <a:schemeClr val="dk1"/>
              </a:buClr>
              <a:buSzPts val="128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20" name="Google Shape;20;p1"/>
          <p:cNvSpPr txBox="1"/>
          <p:nvPr>
            <p:ph idx="11" type="ftr"/>
          </p:nvPr>
        </p:nvSpPr>
        <p:spPr>
          <a:xfrm>
            <a:off x="1507498" y="6516865"/>
            <a:ext cx="6062145" cy="228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1"/>
          <p:cNvSpPr txBox="1"/>
          <p:nvPr>
            <p:ph idx="10" type="dt"/>
          </p:nvPr>
        </p:nvSpPr>
        <p:spPr>
          <a:xfrm>
            <a:off x="7994363" y="6516865"/>
            <a:ext cx="1327622" cy="2286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1"/>
          <p:cNvSpPr txBox="1"/>
          <p:nvPr>
            <p:ph idx="12" type="sldNum"/>
          </p:nvPr>
        </p:nvSpPr>
        <p:spPr>
          <a:xfrm>
            <a:off x="9730094" y="6516865"/>
            <a:ext cx="936319" cy="228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chemeClr val="lt1"/>
                </a:solidFill>
                <a:latin typeface="Calibri"/>
                <a:ea typeface="Calibri"/>
                <a:cs typeface="Calibri"/>
                <a:sym typeface="Calibri"/>
              </a:defRPr>
            </a:lvl1pPr>
            <a:lvl2pPr indent="0" lvl="1" marL="0" marR="0" rtl="0" algn="r">
              <a:spcBef>
                <a:spcPts val="0"/>
              </a:spcBef>
              <a:buNone/>
              <a:defRPr b="0" i="0" sz="1100" u="none" cap="none" strike="noStrike">
                <a:solidFill>
                  <a:schemeClr val="lt1"/>
                </a:solidFill>
                <a:latin typeface="Calibri"/>
                <a:ea typeface="Calibri"/>
                <a:cs typeface="Calibri"/>
                <a:sym typeface="Calibri"/>
              </a:defRPr>
            </a:lvl2pPr>
            <a:lvl3pPr indent="0" lvl="2" marL="0" marR="0" rtl="0" algn="r">
              <a:spcBef>
                <a:spcPts val="0"/>
              </a:spcBef>
              <a:buNone/>
              <a:defRPr b="0" i="0" sz="1100" u="none" cap="none" strike="noStrike">
                <a:solidFill>
                  <a:schemeClr val="lt1"/>
                </a:solidFill>
                <a:latin typeface="Calibri"/>
                <a:ea typeface="Calibri"/>
                <a:cs typeface="Calibri"/>
                <a:sym typeface="Calibri"/>
              </a:defRPr>
            </a:lvl3pPr>
            <a:lvl4pPr indent="0" lvl="3" marL="0" marR="0" rtl="0" algn="r">
              <a:spcBef>
                <a:spcPts val="0"/>
              </a:spcBef>
              <a:buNone/>
              <a:defRPr b="0" i="0" sz="1100" u="none" cap="none" strike="noStrike">
                <a:solidFill>
                  <a:schemeClr val="lt1"/>
                </a:solidFill>
                <a:latin typeface="Calibri"/>
                <a:ea typeface="Calibri"/>
                <a:cs typeface="Calibri"/>
                <a:sym typeface="Calibri"/>
              </a:defRPr>
            </a:lvl4pPr>
            <a:lvl5pPr indent="0" lvl="4" marL="0" marR="0" rtl="0" algn="r">
              <a:spcBef>
                <a:spcPts val="0"/>
              </a:spcBef>
              <a:buNone/>
              <a:defRPr b="0" i="0" sz="1100" u="none" cap="none" strike="noStrike">
                <a:solidFill>
                  <a:schemeClr val="lt1"/>
                </a:solidFill>
                <a:latin typeface="Calibri"/>
                <a:ea typeface="Calibri"/>
                <a:cs typeface="Calibri"/>
                <a:sym typeface="Calibri"/>
              </a:defRPr>
            </a:lvl5pPr>
            <a:lvl6pPr indent="0" lvl="5" marL="0" marR="0" rtl="0" algn="r">
              <a:spcBef>
                <a:spcPts val="0"/>
              </a:spcBef>
              <a:buNone/>
              <a:defRPr b="0" i="0" sz="1100" u="none" cap="none" strike="noStrike">
                <a:solidFill>
                  <a:schemeClr val="lt1"/>
                </a:solidFill>
                <a:latin typeface="Calibri"/>
                <a:ea typeface="Calibri"/>
                <a:cs typeface="Calibri"/>
                <a:sym typeface="Calibri"/>
              </a:defRPr>
            </a:lvl6pPr>
            <a:lvl7pPr indent="0" lvl="6" marL="0" marR="0" rtl="0" algn="r">
              <a:spcBef>
                <a:spcPts val="0"/>
              </a:spcBef>
              <a:buNone/>
              <a:defRPr b="0" i="0" sz="1100" u="none" cap="none" strike="noStrike">
                <a:solidFill>
                  <a:schemeClr val="lt1"/>
                </a:solidFill>
                <a:latin typeface="Calibri"/>
                <a:ea typeface="Calibri"/>
                <a:cs typeface="Calibri"/>
                <a:sym typeface="Calibri"/>
              </a:defRPr>
            </a:lvl7pPr>
            <a:lvl8pPr indent="0" lvl="7" marL="0" marR="0" rtl="0" algn="r">
              <a:spcBef>
                <a:spcPts val="0"/>
              </a:spcBef>
              <a:buNone/>
              <a:defRPr b="0" i="0" sz="1100" u="none" cap="none" strike="noStrike">
                <a:solidFill>
                  <a:schemeClr val="lt1"/>
                </a:solidFill>
                <a:latin typeface="Calibri"/>
                <a:ea typeface="Calibri"/>
                <a:cs typeface="Calibri"/>
                <a:sym typeface="Calibri"/>
              </a:defRPr>
            </a:lvl8pPr>
            <a:lvl9pPr indent="0" lvl="8" marL="0" marR="0" rtl="0" algn="r">
              <a:spcBef>
                <a:spcPts val="0"/>
              </a:spcBef>
              <a:buNone/>
              <a:defRPr b="0" i="0" sz="11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platform.fatsecret.com/" TargetMode="External"/><Relationship Id="rId4" Type="http://schemas.openxmlformats.org/officeDocument/2006/relationships/hyperlink" Target="https://foods.fatsecret.com/calories-nutrition/" TargetMode="External"/><Relationship Id="rId5" Type="http://schemas.openxmlformats.org/officeDocument/2006/relationships/hyperlink" Target="https://quickchart.io/" TargetMode="External"/><Relationship Id="rId6" Type="http://schemas.openxmlformats.org/officeDocument/2006/relationships/hyperlink" Target="https://www.w3schools.com/python/default.as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4"/>
          <p:cNvSpPr txBox="1"/>
          <p:nvPr>
            <p:ph idx="1" type="subTitle"/>
          </p:nvPr>
        </p:nvSpPr>
        <p:spPr>
          <a:xfrm>
            <a:off x="1522413" y="5029200"/>
            <a:ext cx="8229598" cy="838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920"/>
              <a:buNone/>
            </a:pPr>
            <a:r>
              <a:rPr lang="en-US"/>
              <a:t>Sandwich Maker | Group 3| Kevin, Gio, Jonathan, &amp; Philip</a:t>
            </a:r>
            <a:endParaRPr/>
          </a:p>
        </p:txBody>
      </p:sp>
      <p:pic>
        <p:nvPicPr>
          <p:cNvPr id="119" name="Google Shape;119;p14" title="1625062.png"/>
          <p:cNvPicPr preferRelativeResize="0"/>
          <p:nvPr/>
        </p:nvPicPr>
        <p:blipFill rotWithShape="1">
          <a:blip r:embed="rId3">
            <a:alphaModFix/>
          </a:blip>
          <a:srcRect b="17050" l="0" r="0" t="15849"/>
          <a:stretch/>
        </p:blipFill>
        <p:spPr>
          <a:xfrm>
            <a:off x="3354900" y="1643450"/>
            <a:ext cx="5479025" cy="318712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15"/>
          <p:cNvPicPr preferRelativeResize="0"/>
          <p:nvPr/>
        </p:nvPicPr>
        <p:blipFill>
          <a:blip r:embed="rId3">
            <a:alphaModFix/>
          </a:blip>
          <a:stretch>
            <a:fillRect/>
          </a:stretch>
        </p:blipFill>
        <p:spPr>
          <a:xfrm>
            <a:off x="8024450" y="1645338"/>
            <a:ext cx="4055649" cy="3567325"/>
          </a:xfrm>
          <a:prstGeom prst="rect">
            <a:avLst/>
          </a:prstGeom>
          <a:noFill/>
          <a:ln>
            <a:noFill/>
          </a:ln>
        </p:spPr>
      </p:pic>
      <p:sp>
        <p:nvSpPr>
          <p:cNvPr id="126" name="Google Shape;126;p15"/>
          <p:cNvSpPr txBox="1"/>
          <p:nvPr>
            <p:ph type="title"/>
          </p:nvPr>
        </p:nvSpPr>
        <p:spPr>
          <a:xfrm>
            <a:off x="328851" y="391200"/>
            <a:ext cx="9143400" cy="106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5D7E"/>
              </a:buClr>
              <a:buSzPts val="3200"/>
              <a:buFont typeface="Calibri"/>
              <a:buNone/>
            </a:pPr>
            <a:r>
              <a:rPr lang="en-US"/>
              <a:t>Project Goals</a:t>
            </a:r>
            <a:endParaRPr/>
          </a:p>
        </p:txBody>
      </p:sp>
      <p:sp>
        <p:nvSpPr>
          <p:cNvPr id="127" name="Google Shape;127;p15"/>
          <p:cNvSpPr txBox="1"/>
          <p:nvPr>
            <p:ph idx="1" type="body"/>
          </p:nvPr>
        </p:nvSpPr>
        <p:spPr>
          <a:xfrm>
            <a:off x="328925" y="1545625"/>
            <a:ext cx="7914000" cy="4474200"/>
          </a:xfrm>
          <a:prstGeom prst="rect">
            <a:avLst/>
          </a:prstGeom>
          <a:noFill/>
          <a:ln>
            <a:noFill/>
          </a:ln>
        </p:spPr>
        <p:txBody>
          <a:bodyPr anchorCtr="0" anchor="t" bIns="45700" lIns="91425" spcFirstLastPara="1" rIns="91425" wrap="square" tIns="45700">
            <a:normAutofit/>
          </a:bodyPr>
          <a:lstStyle/>
          <a:p>
            <a:pPr indent="-335280" lvl="0" marL="274320" rtl="0" algn="l">
              <a:lnSpc>
                <a:spcPct val="105000"/>
              </a:lnSpc>
              <a:spcBef>
                <a:spcPts val="1200"/>
              </a:spcBef>
              <a:spcAft>
                <a:spcPts val="0"/>
              </a:spcAft>
              <a:buSzPts val="2400"/>
              <a:buChar char="★"/>
            </a:pPr>
            <a:r>
              <a:rPr lang="en-US"/>
              <a:t>The goal of this project was to make nutritional awareness easy and accessible for everyday use </a:t>
            </a:r>
            <a:endParaRPr/>
          </a:p>
          <a:p>
            <a:pPr indent="-335280" lvl="0" marL="274320" rtl="0" algn="l">
              <a:lnSpc>
                <a:spcPct val="105000"/>
              </a:lnSpc>
              <a:spcBef>
                <a:spcPts val="0"/>
              </a:spcBef>
              <a:spcAft>
                <a:spcPts val="0"/>
              </a:spcAft>
              <a:buSzPts val="2400"/>
              <a:buChar char="★"/>
            </a:pPr>
            <a:r>
              <a:rPr lang="en-US"/>
              <a:t>Instead of manually looking up the calories and macros for every meal, our program automates it by </a:t>
            </a:r>
            <a:r>
              <a:rPr lang="en-US"/>
              <a:t>allowing</a:t>
            </a:r>
            <a:r>
              <a:rPr lang="en-US"/>
              <a:t> the user build their sandwich and instantly see a complete nutritional breakdown</a:t>
            </a:r>
            <a:endParaRPr/>
          </a:p>
          <a:p>
            <a:pPr indent="-335280" lvl="0" marL="274320" rtl="0" algn="l">
              <a:lnSpc>
                <a:spcPct val="105000"/>
              </a:lnSpc>
              <a:spcBef>
                <a:spcPts val="0"/>
              </a:spcBef>
              <a:spcAft>
                <a:spcPts val="0"/>
              </a:spcAft>
              <a:buSzPts val="2400"/>
              <a:buChar char="★"/>
            </a:pPr>
            <a:r>
              <a:rPr lang="en-US"/>
              <a:t>This helps people who are tracking their consumption, health, or those who are curious about making informed food choices without extra effort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6"/>
          <p:cNvSpPr txBox="1"/>
          <p:nvPr>
            <p:ph type="title"/>
          </p:nvPr>
        </p:nvSpPr>
        <p:spPr>
          <a:xfrm>
            <a:off x="430826" y="391175"/>
            <a:ext cx="9143400" cy="106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5D7E"/>
              </a:buClr>
              <a:buSzPts val="3200"/>
              <a:buFont typeface="Calibri"/>
              <a:buNone/>
            </a:pPr>
            <a:r>
              <a:rPr lang="en-US"/>
              <a:t>Description</a:t>
            </a:r>
            <a:endParaRPr/>
          </a:p>
        </p:txBody>
      </p:sp>
      <p:sp>
        <p:nvSpPr>
          <p:cNvPr id="134" name="Google Shape;134;p16"/>
          <p:cNvSpPr txBox="1"/>
          <p:nvPr>
            <p:ph idx="1" type="body"/>
          </p:nvPr>
        </p:nvSpPr>
        <p:spPr>
          <a:xfrm>
            <a:off x="430825" y="1686575"/>
            <a:ext cx="7928400" cy="4403100"/>
          </a:xfrm>
          <a:prstGeom prst="rect">
            <a:avLst/>
          </a:prstGeom>
          <a:noFill/>
          <a:ln>
            <a:noFill/>
          </a:ln>
        </p:spPr>
        <p:txBody>
          <a:bodyPr anchorCtr="0" anchor="t" bIns="45700" lIns="91425" spcFirstLastPara="1" rIns="91425" wrap="square" tIns="45700">
            <a:normAutofit/>
          </a:bodyPr>
          <a:lstStyle/>
          <a:p>
            <a:pPr indent="-304800" lvl="0" marL="274320" rtl="0" algn="l">
              <a:lnSpc>
                <a:spcPct val="115000"/>
              </a:lnSpc>
              <a:spcBef>
                <a:spcPts val="1200"/>
              </a:spcBef>
              <a:spcAft>
                <a:spcPts val="0"/>
              </a:spcAft>
              <a:buSzPts val="1920"/>
              <a:buChar char="❖"/>
            </a:pPr>
            <a:r>
              <a:rPr lang="en-US"/>
              <a:t>Our tool is a sandwich builder with a built in nutritionist</a:t>
            </a:r>
            <a:endParaRPr/>
          </a:p>
          <a:p>
            <a:pPr indent="-304800" lvl="0" marL="274320" rtl="0" algn="l">
              <a:lnSpc>
                <a:spcPct val="115000"/>
              </a:lnSpc>
              <a:spcBef>
                <a:spcPts val="0"/>
              </a:spcBef>
              <a:spcAft>
                <a:spcPts val="0"/>
              </a:spcAft>
              <a:buSzPts val="1920"/>
              <a:buChar char="❖"/>
            </a:pPr>
            <a:r>
              <a:rPr lang="en-US"/>
              <a:t>You pick your bread, protein, cheese, vegetables, and condiments from a menu while the program does all the work behind the scenes</a:t>
            </a:r>
            <a:endParaRPr/>
          </a:p>
          <a:p>
            <a:pPr indent="-304800" lvl="0" marL="274320" rtl="0" algn="l">
              <a:lnSpc>
                <a:spcPct val="115000"/>
              </a:lnSpc>
              <a:spcBef>
                <a:spcPts val="0"/>
              </a:spcBef>
              <a:spcAft>
                <a:spcPts val="0"/>
              </a:spcAft>
              <a:buSzPts val="1920"/>
              <a:buChar char="❖"/>
            </a:pPr>
            <a:r>
              <a:rPr lang="en-US"/>
              <a:t>Once your sandwich is built, it adds all selected options and gives a full breakdown of the calories, protein, carbs, and fats</a:t>
            </a:r>
            <a:endParaRPr/>
          </a:p>
          <a:p>
            <a:pPr indent="-304800" lvl="0" marL="274320" rtl="0" algn="l">
              <a:lnSpc>
                <a:spcPct val="115000"/>
              </a:lnSpc>
              <a:spcBef>
                <a:spcPts val="0"/>
              </a:spcBef>
              <a:spcAft>
                <a:spcPts val="0"/>
              </a:spcAft>
              <a:buSzPts val="1920"/>
              <a:buChar char="❖"/>
            </a:pPr>
            <a:r>
              <a:rPr lang="en-US"/>
              <a:t>It also provides you with a visual chart</a:t>
            </a:r>
            <a:endParaRPr/>
          </a:p>
          <a:p>
            <a:pPr indent="-304800" lvl="0" marL="274320" rtl="0" algn="l">
              <a:lnSpc>
                <a:spcPct val="115000"/>
              </a:lnSpc>
              <a:spcBef>
                <a:spcPts val="0"/>
              </a:spcBef>
              <a:spcAft>
                <a:spcPts val="0"/>
              </a:spcAft>
              <a:buSzPts val="1920"/>
              <a:buChar char="❖"/>
            </a:pPr>
            <a:r>
              <a:rPr lang="en-US"/>
              <a:t>Think of it like a  nutrition calculator, but for a sandwich you build yourself.</a:t>
            </a:r>
            <a:endParaRPr/>
          </a:p>
        </p:txBody>
      </p:sp>
      <p:pic>
        <p:nvPicPr>
          <p:cNvPr id="135" name="Google Shape;135;p16"/>
          <p:cNvPicPr preferRelativeResize="0"/>
          <p:nvPr/>
        </p:nvPicPr>
        <p:blipFill>
          <a:blip r:embed="rId3">
            <a:alphaModFix/>
          </a:blip>
          <a:stretch>
            <a:fillRect/>
          </a:stretch>
        </p:blipFill>
        <p:spPr>
          <a:xfrm>
            <a:off x="8213625" y="1657450"/>
            <a:ext cx="3670399" cy="394966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4542950" y="731275"/>
            <a:ext cx="3102900" cy="5082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345D7E"/>
              </a:buClr>
              <a:buSzPct val="88889"/>
              <a:buFont typeface="Calibri"/>
              <a:buNone/>
            </a:pPr>
            <a:r>
              <a:rPr lang="en-US" sz="3600"/>
              <a:t>Use Cases</a:t>
            </a:r>
            <a:endParaRPr sz="3600"/>
          </a:p>
        </p:txBody>
      </p:sp>
      <p:sp>
        <p:nvSpPr>
          <p:cNvPr id="142" name="Google Shape;142;p17"/>
          <p:cNvSpPr txBox="1"/>
          <p:nvPr>
            <p:ph idx="1" type="body"/>
          </p:nvPr>
        </p:nvSpPr>
        <p:spPr>
          <a:xfrm>
            <a:off x="1077369" y="3110900"/>
            <a:ext cx="4471800" cy="3010800"/>
          </a:xfrm>
          <a:prstGeom prst="rect">
            <a:avLst/>
          </a:prstGeom>
          <a:noFill/>
          <a:ln>
            <a:noFill/>
          </a:ln>
        </p:spPr>
        <p:txBody>
          <a:bodyPr anchorCtr="0" anchor="t" bIns="45700" lIns="91425" spcFirstLastPara="1" rIns="91425" wrap="square" tIns="45700">
            <a:noAutofit/>
          </a:bodyPr>
          <a:lstStyle/>
          <a:p>
            <a:pPr indent="0" lvl="0" marL="457200" rtl="0" algn="ctr">
              <a:lnSpc>
                <a:spcPct val="115000"/>
              </a:lnSpc>
              <a:spcBef>
                <a:spcPts val="1200"/>
              </a:spcBef>
              <a:spcAft>
                <a:spcPts val="0"/>
              </a:spcAft>
              <a:buNone/>
            </a:pPr>
            <a:r>
              <a:rPr b="1" lang="en-US"/>
              <a:t>Fitness and Diet Tracking:</a:t>
            </a:r>
            <a:endParaRPr/>
          </a:p>
          <a:p>
            <a:pPr indent="0" lvl="0" marL="457200" rtl="0" algn="ctr">
              <a:lnSpc>
                <a:spcPct val="115000"/>
              </a:lnSpc>
              <a:spcBef>
                <a:spcPts val="1200"/>
              </a:spcBef>
              <a:spcAft>
                <a:spcPts val="1200"/>
              </a:spcAft>
              <a:buNone/>
            </a:pPr>
            <a:r>
              <a:rPr lang="en-US" sz="1800"/>
              <a:t>Someone who is actively tracking macros for a fitness goal, to build muscle or lose weight can use this to make sure their meal fits their nutritional targets. While having some of the extra payload taken of their shoulders</a:t>
            </a:r>
            <a:endParaRPr sz="1800"/>
          </a:p>
        </p:txBody>
      </p:sp>
      <p:sp>
        <p:nvSpPr>
          <p:cNvPr id="143" name="Google Shape;143;p17"/>
          <p:cNvSpPr txBox="1"/>
          <p:nvPr/>
        </p:nvSpPr>
        <p:spPr>
          <a:xfrm>
            <a:off x="6073375" y="3009000"/>
            <a:ext cx="5693100" cy="2633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1200"/>
              </a:spcBef>
              <a:spcAft>
                <a:spcPts val="0"/>
              </a:spcAft>
              <a:buNone/>
            </a:pPr>
            <a:r>
              <a:rPr b="1" lang="en-US" sz="2400">
                <a:solidFill>
                  <a:schemeClr val="dk1"/>
                </a:solidFill>
                <a:latin typeface="Calibri"/>
                <a:ea typeface="Calibri"/>
                <a:cs typeface="Calibri"/>
                <a:sym typeface="Calibri"/>
              </a:rPr>
              <a:t>Health Conscious Eating:</a:t>
            </a: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457200" rtl="0" algn="ctr">
              <a:lnSpc>
                <a:spcPct val="115000"/>
              </a:lnSpc>
              <a:spcBef>
                <a:spcPts val="1200"/>
              </a:spcBef>
              <a:spcAft>
                <a:spcPts val="1200"/>
              </a:spcAft>
              <a:buNone/>
            </a:pPr>
            <a:r>
              <a:rPr lang="en-US" sz="1800">
                <a:solidFill>
                  <a:schemeClr val="dk1"/>
                </a:solidFill>
                <a:latin typeface="Calibri"/>
                <a:ea typeface="Calibri"/>
                <a:cs typeface="Calibri"/>
                <a:sym typeface="Calibri"/>
              </a:rPr>
              <a:t>This can be for someone told by a doctor to monitor their fat, carb, or overall intake to make smarter ingredient choices. For example, a person managing their cholesterol level can compare different proteins or cheeses to see how swapping one ingredient for another changes their macros. </a:t>
            </a:r>
            <a:endParaRPr sz="1800">
              <a:solidFill>
                <a:schemeClr val="dk1"/>
              </a:solidFill>
              <a:latin typeface="Calibri"/>
              <a:ea typeface="Calibri"/>
              <a:cs typeface="Calibri"/>
              <a:sym typeface="Calibri"/>
            </a:endParaRPr>
          </a:p>
        </p:txBody>
      </p:sp>
      <p:pic>
        <p:nvPicPr>
          <p:cNvPr id="144" name="Google Shape;144;p17"/>
          <p:cNvPicPr preferRelativeResize="0"/>
          <p:nvPr/>
        </p:nvPicPr>
        <p:blipFill rotWithShape="1">
          <a:blip r:embed="rId3">
            <a:alphaModFix/>
          </a:blip>
          <a:srcRect b="28785" l="0" r="0" t="24103"/>
          <a:stretch/>
        </p:blipFill>
        <p:spPr>
          <a:xfrm>
            <a:off x="2266850" y="1473138"/>
            <a:ext cx="2348901" cy="1404100"/>
          </a:xfrm>
          <a:prstGeom prst="rect">
            <a:avLst/>
          </a:prstGeom>
          <a:noFill/>
          <a:ln>
            <a:noFill/>
          </a:ln>
        </p:spPr>
      </p:pic>
      <p:pic>
        <p:nvPicPr>
          <p:cNvPr id="145" name="Google Shape;145;p17"/>
          <p:cNvPicPr preferRelativeResize="0"/>
          <p:nvPr/>
        </p:nvPicPr>
        <p:blipFill>
          <a:blip r:embed="rId4">
            <a:alphaModFix/>
          </a:blip>
          <a:stretch>
            <a:fillRect/>
          </a:stretch>
        </p:blipFill>
        <p:spPr>
          <a:xfrm>
            <a:off x="7993386" y="1248664"/>
            <a:ext cx="1853075" cy="1853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8"/>
          <p:cNvSpPr txBox="1"/>
          <p:nvPr>
            <p:ph type="title"/>
          </p:nvPr>
        </p:nvSpPr>
        <p:spPr>
          <a:xfrm>
            <a:off x="416276" y="534075"/>
            <a:ext cx="9143400" cy="106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5D7E"/>
              </a:buClr>
              <a:buSzPts val="3200"/>
              <a:buFont typeface="Calibri"/>
              <a:buNone/>
            </a:pPr>
            <a:r>
              <a:rPr lang="en-US"/>
              <a:t>Technology</a:t>
            </a:r>
            <a:endParaRPr/>
          </a:p>
        </p:txBody>
      </p:sp>
      <p:sp>
        <p:nvSpPr>
          <p:cNvPr id="152" name="Google Shape;152;p18"/>
          <p:cNvSpPr txBox="1"/>
          <p:nvPr>
            <p:ph idx="1" type="body"/>
          </p:nvPr>
        </p:nvSpPr>
        <p:spPr>
          <a:xfrm>
            <a:off x="532751" y="1890425"/>
            <a:ext cx="9143400" cy="3697500"/>
          </a:xfrm>
          <a:prstGeom prst="rect">
            <a:avLst/>
          </a:prstGeom>
          <a:noFill/>
          <a:ln>
            <a:noFill/>
          </a:ln>
        </p:spPr>
        <p:txBody>
          <a:bodyPr anchorCtr="0" anchor="t" bIns="45700" lIns="91425" spcFirstLastPara="1" rIns="91425" wrap="square" tIns="45700">
            <a:noAutofit/>
          </a:bodyPr>
          <a:lstStyle/>
          <a:p>
            <a:pPr indent="-297180" lvl="0" marL="274320" rtl="0" algn="l">
              <a:lnSpc>
                <a:spcPct val="115000"/>
              </a:lnSpc>
              <a:spcBef>
                <a:spcPts val="1200"/>
              </a:spcBef>
              <a:spcAft>
                <a:spcPts val="0"/>
              </a:spcAft>
              <a:buSzPts val="1800"/>
              <a:buChar char="●"/>
            </a:pPr>
            <a:r>
              <a:rPr b="1" lang="en-US" sz="1800"/>
              <a:t>Technology Used:</a:t>
            </a:r>
            <a:r>
              <a:rPr lang="en-US" sz="1800"/>
              <a:t> Our project uses the FatSecret API, which requires authentication and is used to look up the nutritional information for each sandwich ingredient. We also used QuickChart, which is a simple URL-based service that takes our final macro totals and generates a visual bar chart that opens directly in the browser.</a:t>
            </a:r>
            <a:endParaRPr sz="1800"/>
          </a:p>
          <a:p>
            <a:pPr indent="0" lvl="0" marL="0" rtl="0" algn="l">
              <a:lnSpc>
                <a:spcPct val="115000"/>
              </a:lnSpc>
              <a:spcBef>
                <a:spcPts val="1200"/>
              </a:spcBef>
              <a:spcAft>
                <a:spcPts val="0"/>
              </a:spcAft>
              <a:buNone/>
            </a:pPr>
            <a:r>
              <a:t/>
            </a:r>
            <a:endParaRPr sz="1800"/>
          </a:p>
          <a:p>
            <a:pPr indent="-297180" lvl="0" marL="274320" rtl="0" algn="l">
              <a:lnSpc>
                <a:spcPct val="115000"/>
              </a:lnSpc>
              <a:spcBef>
                <a:spcPts val="1200"/>
              </a:spcBef>
              <a:spcAft>
                <a:spcPts val="0"/>
              </a:spcAft>
              <a:buSzPts val="1800"/>
              <a:buChar char="●"/>
            </a:pPr>
            <a:r>
              <a:rPr b="1" lang="en-US" sz="1800"/>
              <a:t>Python Modules Used</a:t>
            </a:r>
            <a:r>
              <a:rPr lang="en-US" sz="1800"/>
              <a:t>: Our program relies on four built-in Python modules to function. The </a:t>
            </a:r>
            <a:r>
              <a:rPr lang="en-US" sz="1800">
                <a:highlight>
                  <a:srgbClr val="FFFF00"/>
                </a:highlight>
              </a:rPr>
              <a:t>requests</a:t>
            </a:r>
            <a:r>
              <a:rPr lang="en-US" sz="1800"/>
              <a:t> module allows our program to send calls to external APIs and receive data back. The </a:t>
            </a:r>
            <a:r>
              <a:rPr lang="en-US" sz="1800">
                <a:highlight>
                  <a:srgbClr val="FFFF00"/>
                </a:highlight>
              </a:rPr>
              <a:t>json</a:t>
            </a:r>
            <a:r>
              <a:rPr lang="en-US" sz="1800"/>
              <a:t> module is used to format and read the data being exchanged between our program and the APIs. The </a:t>
            </a:r>
            <a:r>
              <a:rPr lang="en-US" sz="1800">
                <a:highlight>
                  <a:srgbClr val="FFFF00"/>
                </a:highlight>
              </a:rPr>
              <a:t>urllib.parse</a:t>
            </a:r>
            <a:r>
              <a:rPr lang="en-US" sz="1800"/>
              <a:t> module encodes our chart data into a URL format that QuickChart can understand. Finally, the </a:t>
            </a:r>
            <a:r>
              <a:rPr lang="en-US" sz="1800">
                <a:highlight>
                  <a:srgbClr val="FFFF00"/>
                </a:highlight>
              </a:rPr>
              <a:t>webbrowser</a:t>
            </a:r>
            <a:r>
              <a:rPr lang="en-US" sz="1800"/>
              <a:t> module automatically opens the generated QuickChart link in the user's default browser.</a:t>
            </a:r>
            <a:endParaRPr sz="1800"/>
          </a:p>
        </p:txBody>
      </p:sp>
      <p:pic>
        <p:nvPicPr>
          <p:cNvPr id="153" name="Google Shape;153;p18"/>
          <p:cNvPicPr preferRelativeResize="0"/>
          <p:nvPr/>
        </p:nvPicPr>
        <p:blipFill>
          <a:blip r:embed="rId3">
            <a:alphaModFix/>
          </a:blip>
          <a:stretch>
            <a:fillRect/>
          </a:stretch>
        </p:blipFill>
        <p:spPr>
          <a:xfrm>
            <a:off x="7621925" y="685142"/>
            <a:ext cx="4226423" cy="915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9"/>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5D7E"/>
              </a:buClr>
              <a:buSzPts val="3200"/>
              <a:buFont typeface="Calibri"/>
              <a:buNone/>
            </a:pPr>
            <a:r>
              <a:rPr lang="en-US"/>
              <a:t>Program Flow		</a:t>
            </a:r>
            <a:endParaRPr/>
          </a:p>
        </p:txBody>
      </p:sp>
      <p:sp>
        <p:nvSpPr>
          <p:cNvPr id="160" name="Google Shape;160;p19"/>
          <p:cNvSpPr txBox="1"/>
          <p:nvPr>
            <p:ph idx="1" type="body"/>
          </p:nvPr>
        </p:nvSpPr>
        <p:spPr>
          <a:xfrm>
            <a:off x="1522876" y="1905000"/>
            <a:ext cx="9143400" cy="3697500"/>
          </a:xfrm>
          <a:prstGeom prst="rect">
            <a:avLst/>
          </a:prstGeom>
          <a:noFill/>
          <a:ln>
            <a:noFill/>
          </a:ln>
        </p:spPr>
        <p:txBody>
          <a:bodyPr anchorCtr="0" anchor="t" bIns="45700" lIns="91425" spcFirstLastPara="1" rIns="91425" wrap="square" tIns="45700">
            <a:normAutofit/>
          </a:bodyPr>
          <a:lstStyle/>
          <a:p>
            <a:pPr indent="-309880" lvl="0" marL="274320" rtl="0" algn="l">
              <a:lnSpc>
                <a:spcPct val="115000"/>
              </a:lnSpc>
              <a:spcBef>
                <a:spcPts val="1200"/>
              </a:spcBef>
              <a:spcAft>
                <a:spcPts val="0"/>
              </a:spcAft>
              <a:buSzPts val="2000"/>
              <a:buChar char="●"/>
            </a:pPr>
            <a:r>
              <a:rPr lang="en-US" sz="2000"/>
              <a:t>The program walks the user through each ingredient categories where they select their ingredients by entering numbers </a:t>
            </a:r>
            <a:r>
              <a:rPr lang="en-US" sz="2000"/>
              <a:t>which</a:t>
            </a:r>
            <a:r>
              <a:rPr lang="en-US" sz="2000"/>
              <a:t> stand for each ingredient. </a:t>
            </a:r>
            <a:endParaRPr sz="2000"/>
          </a:p>
          <a:p>
            <a:pPr indent="-309880" lvl="0" marL="274320" rtl="0" algn="l">
              <a:lnSpc>
                <a:spcPct val="115000"/>
              </a:lnSpc>
              <a:spcBef>
                <a:spcPts val="0"/>
              </a:spcBef>
              <a:spcAft>
                <a:spcPts val="0"/>
              </a:spcAft>
              <a:buSzPts val="2000"/>
              <a:buChar char="●"/>
            </a:pPr>
            <a:r>
              <a:rPr lang="en-US" sz="2000"/>
              <a:t>Once the sandwich is built, the program connects to FatSecrets database to search for every selected ingredient and pull its macronutrient data. The program then adds up the Calories, Protein, Carbs, and Fat across all ingredients to produce a total macro breakdown. Finally, a detailed summary is printed to the console and a bar chart automatically opens in the browser using QuickChart to visually display the results. </a:t>
            </a:r>
            <a:endParaRPr sz="2600"/>
          </a:p>
        </p:txBody>
      </p:sp>
      <p:pic>
        <p:nvPicPr>
          <p:cNvPr id="161" name="Google Shape;161;p19" title="117179-200.png"/>
          <p:cNvPicPr preferRelativeResize="0"/>
          <p:nvPr/>
        </p:nvPicPr>
        <p:blipFill>
          <a:blip r:embed="rId3">
            <a:alphaModFix/>
          </a:blip>
          <a:stretch>
            <a:fillRect/>
          </a:stretch>
        </p:blipFill>
        <p:spPr>
          <a:xfrm>
            <a:off x="9711400" y="4090450"/>
            <a:ext cx="2109850" cy="21098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5D7E"/>
              </a:buClr>
              <a:buSzPts val="3200"/>
              <a:buFont typeface="Calibri"/>
              <a:buNone/>
            </a:pPr>
            <a:r>
              <a:rPr lang="en-US"/>
              <a:t>Document One Error Encountered	</a:t>
            </a:r>
            <a:endParaRPr/>
          </a:p>
        </p:txBody>
      </p:sp>
      <p:sp>
        <p:nvSpPr>
          <p:cNvPr id="168" name="Google Shape;168;p20"/>
          <p:cNvSpPr txBox="1"/>
          <p:nvPr>
            <p:ph idx="1" type="body"/>
          </p:nvPr>
        </p:nvSpPr>
        <p:spPr>
          <a:xfrm>
            <a:off x="1522876" y="1905000"/>
            <a:ext cx="9143538" cy="3697465"/>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1200"/>
              </a:spcBef>
              <a:spcAft>
                <a:spcPts val="0"/>
              </a:spcAft>
              <a:buSzPts val="1900"/>
              <a:buChar char="➢"/>
            </a:pPr>
            <a:r>
              <a:rPr b="1" lang="en-US" sz="1900"/>
              <a:t>The Issue: </a:t>
            </a:r>
            <a:r>
              <a:rPr lang="en-US" sz="1900"/>
              <a:t>When combining all of our code into one file, running the program produced no output would appear after the user inputs all </a:t>
            </a:r>
            <a:r>
              <a:rPr lang="en-US" sz="1900"/>
              <a:t>their</a:t>
            </a:r>
            <a:r>
              <a:rPr lang="en-US" sz="1900"/>
              <a:t> </a:t>
            </a:r>
            <a:r>
              <a:rPr lang="en-US" sz="1900"/>
              <a:t>ingredients leaving us with a </a:t>
            </a:r>
            <a:r>
              <a:rPr lang="en-US" sz="1900">
                <a:highlight>
                  <a:srgbClr val="FFFF00"/>
                </a:highlight>
              </a:rPr>
              <a:t>NameError</a:t>
            </a:r>
            <a:r>
              <a:rPr lang="en-US" sz="1900"/>
              <a:t>. Not allowing us to see the information our API has gathered for us.</a:t>
            </a:r>
            <a:endParaRPr b="1" sz="1900"/>
          </a:p>
          <a:p>
            <a:pPr indent="-349250" lvl="0" marL="457200" rtl="0" algn="l">
              <a:lnSpc>
                <a:spcPct val="115000"/>
              </a:lnSpc>
              <a:spcBef>
                <a:spcPts val="0"/>
              </a:spcBef>
              <a:spcAft>
                <a:spcPts val="0"/>
              </a:spcAft>
              <a:buSzPts val="1900"/>
              <a:buChar char="➢"/>
            </a:pPr>
            <a:r>
              <a:rPr b="1" lang="en-US" sz="1900"/>
              <a:t>The Cause:</a:t>
            </a:r>
            <a:r>
              <a:rPr lang="en-US" sz="1900"/>
              <a:t> When merging the code, our </a:t>
            </a:r>
            <a:r>
              <a:rPr lang="en-US" sz="1900">
                <a:highlight>
                  <a:srgbClr val="FFFF00"/>
                </a:highlight>
              </a:rPr>
              <a:t>if __name__ == "__main__":</a:t>
            </a:r>
            <a:r>
              <a:rPr lang="en-US" sz="1900"/>
              <a:t> block ended up near the top of the file, above all of our function definitions. It tried to call </a:t>
            </a:r>
            <a:r>
              <a:rPr lang="en-US" sz="1900">
                <a:highlight>
                  <a:srgbClr val="FFFF00"/>
                </a:highlight>
              </a:rPr>
              <a:t>get_token(), calculate_total_macros()</a:t>
            </a:r>
            <a:r>
              <a:rPr lang="en-US" sz="1900"/>
              <a:t>, and </a:t>
            </a:r>
            <a:r>
              <a:rPr lang="en-US" sz="1900">
                <a:highlight>
                  <a:srgbClr val="FFFF00"/>
                </a:highlight>
              </a:rPr>
              <a:t>print_final_summary()</a:t>
            </a:r>
            <a:r>
              <a:rPr lang="en-US" sz="1900"/>
              <a:t> before those functions had been defined.</a:t>
            </a:r>
            <a:endParaRPr sz="1900"/>
          </a:p>
          <a:p>
            <a:pPr indent="-349250" lvl="0" marL="457200" rtl="0" algn="l">
              <a:lnSpc>
                <a:spcPct val="115000"/>
              </a:lnSpc>
              <a:spcBef>
                <a:spcPts val="0"/>
              </a:spcBef>
              <a:spcAft>
                <a:spcPts val="0"/>
              </a:spcAft>
              <a:buSzPts val="1900"/>
              <a:buChar char="➢"/>
            </a:pPr>
            <a:r>
              <a:rPr b="1" lang="en-US" sz="1900"/>
              <a:t>The Fix:</a:t>
            </a:r>
            <a:r>
              <a:rPr lang="en-US" sz="1900"/>
              <a:t> We moved the </a:t>
            </a:r>
            <a:r>
              <a:rPr lang="en-US" sz="1900">
                <a:highlight>
                  <a:srgbClr val="FFFF00"/>
                </a:highlight>
              </a:rPr>
              <a:t>if __name__ == "__main__"</a:t>
            </a:r>
            <a:r>
              <a:rPr lang="en-US" sz="1900"/>
              <a:t>: block to the very bottom of the file, after all function definitionsto make sure python had already read and stored every function in memory before attempting to call them.</a:t>
            </a:r>
            <a:endParaRPr sz="1900"/>
          </a:p>
          <a:p>
            <a:pPr indent="0" lvl="0" marL="0" rtl="0" algn="l">
              <a:lnSpc>
                <a:spcPct val="90000"/>
              </a:lnSpc>
              <a:spcBef>
                <a:spcPts val="1800"/>
              </a:spcBef>
              <a:spcAft>
                <a:spcPts val="0"/>
              </a:spcAft>
              <a:buNone/>
            </a:pPr>
            <a:r>
              <a:t/>
            </a:r>
            <a:endParaRPr sz="1900"/>
          </a:p>
        </p:txBody>
      </p:sp>
      <p:pic>
        <p:nvPicPr>
          <p:cNvPr id="169" name="Google Shape;169;p20" title="5219070.png"/>
          <p:cNvPicPr preferRelativeResize="0"/>
          <p:nvPr/>
        </p:nvPicPr>
        <p:blipFill>
          <a:blip r:embed="rId3">
            <a:alphaModFix/>
          </a:blip>
          <a:stretch>
            <a:fillRect/>
          </a:stretch>
        </p:blipFill>
        <p:spPr>
          <a:xfrm>
            <a:off x="9949775" y="4262825"/>
            <a:ext cx="2069025" cy="2069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type="title"/>
          </p:nvPr>
        </p:nvSpPr>
        <p:spPr>
          <a:xfrm>
            <a:off x="591001" y="449450"/>
            <a:ext cx="9143400" cy="106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5D7E"/>
              </a:buClr>
              <a:buSzPts val="3200"/>
              <a:buFont typeface="Calibri"/>
              <a:buNone/>
            </a:pPr>
            <a:r>
              <a:rPr lang="en-US" sz="3600"/>
              <a:t>Team Members</a:t>
            </a:r>
            <a:endParaRPr sz="3600"/>
          </a:p>
        </p:txBody>
      </p:sp>
      <p:sp>
        <p:nvSpPr>
          <p:cNvPr id="176" name="Google Shape;176;p21"/>
          <p:cNvSpPr txBox="1"/>
          <p:nvPr>
            <p:ph idx="1" type="body"/>
          </p:nvPr>
        </p:nvSpPr>
        <p:spPr>
          <a:xfrm>
            <a:off x="1522876" y="1905000"/>
            <a:ext cx="9143400" cy="3697500"/>
          </a:xfrm>
          <a:prstGeom prst="rect">
            <a:avLst/>
          </a:prstGeom>
          <a:noFill/>
          <a:ln>
            <a:noFill/>
          </a:ln>
        </p:spPr>
        <p:txBody>
          <a:bodyPr anchorCtr="0" anchor="t" bIns="45700" lIns="91425" spcFirstLastPara="1" rIns="91425" wrap="square" tIns="45700">
            <a:normAutofit/>
          </a:bodyPr>
          <a:lstStyle/>
          <a:p>
            <a:pPr indent="-279400" lvl="0" marL="274320" rtl="0" algn="l">
              <a:lnSpc>
                <a:spcPct val="90000"/>
              </a:lnSpc>
              <a:spcBef>
                <a:spcPts val="0"/>
              </a:spcBef>
              <a:spcAft>
                <a:spcPts val="0"/>
              </a:spcAft>
              <a:buSzPts val="2000"/>
              <a:buAutoNum type="arabicPeriod"/>
            </a:pPr>
            <a:r>
              <a:rPr b="1" lang="en-US" sz="2000"/>
              <a:t>Kevin (Input System) </a:t>
            </a:r>
            <a:r>
              <a:rPr lang="en-US" sz="2000"/>
              <a:t>- Built the ingredient selection system, creating a dictionary of preset options across five categories and walking the user through picking their sandwich ingredients by number. </a:t>
            </a:r>
            <a:endParaRPr sz="2000"/>
          </a:p>
          <a:p>
            <a:pPr indent="-279400" lvl="0" marL="274320" rtl="0" algn="l">
              <a:lnSpc>
                <a:spcPct val="90000"/>
              </a:lnSpc>
              <a:spcBef>
                <a:spcPts val="0"/>
              </a:spcBef>
              <a:spcAft>
                <a:spcPts val="0"/>
              </a:spcAft>
              <a:buSzPts val="2000"/>
              <a:buAutoNum type="arabicPeriod"/>
            </a:pPr>
            <a:r>
              <a:rPr b="1" lang="en-US" sz="2000"/>
              <a:t>Jonathan (API Implementation)</a:t>
            </a:r>
            <a:r>
              <a:rPr lang="en-US" sz="2000"/>
              <a:t> - Connected the program to the FatSecret nutrition database, handling authentication and retrieving the Calories, Protein, Fat, and Carbs for each selected ingredient. </a:t>
            </a:r>
            <a:endParaRPr sz="2000"/>
          </a:p>
          <a:p>
            <a:pPr indent="-279400" lvl="0" marL="274320" rtl="0" algn="l">
              <a:lnSpc>
                <a:spcPct val="90000"/>
              </a:lnSpc>
              <a:spcBef>
                <a:spcPts val="0"/>
              </a:spcBef>
              <a:spcAft>
                <a:spcPts val="0"/>
              </a:spcAft>
              <a:buSzPts val="2000"/>
              <a:buAutoNum type="arabicPeriod"/>
            </a:pPr>
            <a:r>
              <a:rPr b="1" lang="en-US" sz="2000"/>
              <a:t>Phillip (Calculations)</a:t>
            </a:r>
            <a:r>
              <a:rPr lang="en-US" sz="2000"/>
              <a:t> - Took all of the individual ingredient macros returned by the API and added them together to produce a complete nutritional breakdown for the entire sandwich. </a:t>
            </a:r>
            <a:endParaRPr sz="2000"/>
          </a:p>
          <a:p>
            <a:pPr indent="-279400" lvl="0" marL="274320" rtl="0" algn="l">
              <a:lnSpc>
                <a:spcPct val="90000"/>
              </a:lnSpc>
              <a:spcBef>
                <a:spcPts val="0"/>
              </a:spcBef>
              <a:spcAft>
                <a:spcPts val="0"/>
              </a:spcAft>
              <a:buSzPts val="2000"/>
              <a:buAutoNum type="arabicPeriod"/>
            </a:pPr>
            <a:r>
              <a:rPr b="1" lang="en-US" sz="2000"/>
              <a:t>Gio (Output/Error Handling)</a:t>
            </a:r>
            <a:r>
              <a:rPr lang="en-US" sz="2000"/>
              <a:t> - Designed the final sandwich summary display, handled errors such as bad input and API failures, and integrated QuickChart to automatically open a visual bar chart of the total macros in the browser.</a:t>
            </a:r>
            <a:endParaRPr sz="2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809401" y="900800"/>
            <a:ext cx="9143400"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45D7E"/>
              </a:buClr>
              <a:buSzPts val="3200"/>
              <a:buFont typeface="Calibri"/>
              <a:buNone/>
            </a:pPr>
            <a:r>
              <a:rPr lang="en-US" sz="3600"/>
              <a:t>Related Documents</a:t>
            </a:r>
            <a:endParaRPr sz="3600"/>
          </a:p>
        </p:txBody>
      </p:sp>
      <p:sp>
        <p:nvSpPr>
          <p:cNvPr id="183" name="Google Shape;183;p22"/>
          <p:cNvSpPr txBox="1"/>
          <p:nvPr>
            <p:ph idx="1" type="body"/>
          </p:nvPr>
        </p:nvSpPr>
        <p:spPr>
          <a:xfrm>
            <a:off x="1522876" y="1905000"/>
            <a:ext cx="9143538" cy="3697465"/>
          </a:xfrm>
          <a:prstGeom prst="rect">
            <a:avLst/>
          </a:prstGeom>
          <a:noFill/>
          <a:ln>
            <a:noFill/>
          </a:ln>
        </p:spPr>
        <p:txBody>
          <a:bodyPr anchorCtr="0" anchor="ctr" bIns="45700" lIns="91425" spcFirstLastPara="1" rIns="91425" wrap="square" tIns="45700">
            <a:normAutofit/>
          </a:bodyPr>
          <a:lstStyle/>
          <a:p>
            <a:pPr indent="-267970" lvl="0" marL="274320" rtl="0" algn="l">
              <a:lnSpc>
                <a:spcPct val="200000"/>
              </a:lnSpc>
              <a:spcBef>
                <a:spcPts val="0"/>
              </a:spcBef>
              <a:spcAft>
                <a:spcPts val="0"/>
              </a:spcAft>
              <a:buSzPts val="1820"/>
              <a:buChar char="➔"/>
            </a:pPr>
            <a:r>
              <a:rPr lang="en-US" sz="2300"/>
              <a:t>FatSecret Platform API - </a:t>
            </a:r>
            <a:r>
              <a:rPr lang="en-US" sz="2300" u="sng">
                <a:solidFill>
                  <a:schemeClr val="hlink"/>
                </a:solidFill>
                <a:hlinkClick r:id="rId3"/>
              </a:rPr>
              <a:t>https://platform.fatsecret.com/</a:t>
            </a:r>
            <a:endParaRPr sz="2300"/>
          </a:p>
          <a:p>
            <a:pPr indent="-267970" lvl="0" marL="274320" rtl="0" algn="l">
              <a:lnSpc>
                <a:spcPct val="200000"/>
              </a:lnSpc>
              <a:spcBef>
                <a:spcPts val="0"/>
              </a:spcBef>
              <a:spcAft>
                <a:spcPts val="0"/>
              </a:spcAft>
              <a:buSzPts val="1820"/>
              <a:buChar char="➔"/>
            </a:pPr>
            <a:r>
              <a:rPr lang="en-US" sz="2300"/>
              <a:t>FatSecret List of Foods - </a:t>
            </a:r>
            <a:r>
              <a:rPr lang="en-US" sz="2300" u="sng">
                <a:solidFill>
                  <a:schemeClr val="hlink"/>
                </a:solidFill>
                <a:hlinkClick r:id="rId4"/>
              </a:rPr>
              <a:t>https://foods.fatsecret.com/calories-nutrition/</a:t>
            </a:r>
            <a:endParaRPr sz="2300"/>
          </a:p>
          <a:p>
            <a:pPr indent="-267970" lvl="0" marL="274320" rtl="0" algn="l">
              <a:lnSpc>
                <a:spcPct val="200000"/>
              </a:lnSpc>
              <a:spcBef>
                <a:spcPts val="0"/>
              </a:spcBef>
              <a:spcAft>
                <a:spcPts val="0"/>
              </a:spcAft>
              <a:buSzPts val="1820"/>
              <a:buChar char="➔"/>
            </a:pPr>
            <a:r>
              <a:rPr lang="en-US" sz="2300"/>
              <a:t>QuickChart - </a:t>
            </a:r>
            <a:r>
              <a:rPr lang="en-US" sz="2300" u="sng">
                <a:solidFill>
                  <a:schemeClr val="hlink"/>
                </a:solidFill>
                <a:hlinkClick r:id="rId5"/>
              </a:rPr>
              <a:t>https://quickchart.io/</a:t>
            </a:r>
            <a:endParaRPr sz="2300"/>
          </a:p>
          <a:p>
            <a:pPr indent="-267970" lvl="0" marL="274320" rtl="0" algn="l">
              <a:lnSpc>
                <a:spcPct val="200000"/>
              </a:lnSpc>
              <a:spcBef>
                <a:spcPts val="0"/>
              </a:spcBef>
              <a:spcAft>
                <a:spcPts val="0"/>
              </a:spcAft>
              <a:buSzPts val="1820"/>
              <a:buChar char="➔"/>
            </a:pPr>
            <a:r>
              <a:rPr lang="en-US" sz="2300"/>
              <a:t>W3Schools - </a:t>
            </a:r>
            <a:r>
              <a:rPr lang="en-US" sz="2300" u="sng">
                <a:solidFill>
                  <a:schemeClr val="hlink"/>
                </a:solidFill>
                <a:hlinkClick r:id="rId6"/>
              </a:rPr>
              <a:t>https://www.w3schools.com/python/default.asp</a:t>
            </a:r>
            <a:endParaRPr sz="23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ph type="title"/>
          </p:nvPr>
        </p:nvSpPr>
        <p:spPr>
          <a:xfrm>
            <a:off x="1522876" y="609600"/>
            <a:ext cx="9143538" cy="10668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345D7E"/>
              </a:buClr>
              <a:buSzPts val="3200"/>
              <a:buFont typeface="Calibri"/>
              <a:buNone/>
            </a:pPr>
            <a:r>
              <a:rPr lang="en-US" sz="4700"/>
              <a:t>Any Questions ?</a:t>
            </a:r>
            <a:endParaRPr sz="4700"/>
          </a:p>
        </p:txBody>
      </p:sp>
      <p:pic>
        <p:nvPicPr>
          <p:cNvPr id="189" name="Google Shape;189;p23"/>
          <p:cNvPicPr preferRelativeResize="0"/>
          <p:nvPr>
            <p:ph idx="1" type="body"/>
          </p:nvPr>
        </p:nvPicPr>
        <p:blipFill rotWithShape="1">
          <a:blip r:embed="rId3">
            <a:alphaModFix/>
          </a:blip>
          <a:srcRect b="0" l="0" r="0" t="0"/>
          <a:stretch/>
        </p:blipFill>
        <p:spPr>
          <a:xfrm>
            <a:off x="4245769" y="1905000"/>
            <a:ext cx="3697288" cy="369728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Project planning overview presentatio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